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76" r:id="rId1"/>
    <p:sldMasterId id="2147483668" r:id="rId2"/>
  </p:sldMasterIdLst>
  <p:notesMasterIdLst>
    <p:notesMasterId r:id="rId16"/>
  </p:notesMasterIdLst>
  <p:sldIdLst>
    <p:sldId id="342" r:id="rId3"/>
    <p:sldId id="359" r:id="rId4"/>
    <p:sldId id="345" r:id="rId5"/>
    <p:sldId id="369" r:id="rId6"/>
    <p:sldId id="346" r:id="rId7"/>
    <p:sldId id="353" r:id="rId8"/>
    <p:sldId id="360" r:id="rId9"/>
    <p:sldId id="362" r:id="rId10"/>
    <p:sldId id="363" r:id="rId11"/>
    <p:sldId id="364" r:id="rId12"/>
    <p:sldId id="365" r:id="rId13"/>
    <p:sldId id="366" r:id="rId14"/>
    <p:sldId id="3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CD77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59" autoAdjust="0"/>
    <p:restoredTop sz="93605" autoAdjust="0"/>
  </p:normalViewPr>
  <p:slideViewPr>
    <p:cSldViewPr snapToGrid="0">
      <p:cViewPr>
        <p:scale>
          <a:sx n="95" d="100"/>
          <a:sy n="95" d="100"/>
        </p:scale>
        <p:origin x="136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5E78B-FE7C-474B-AC91-ABC1B62969E2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0B4EB-D9F6-4F2F-973A-15D71B3F5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8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8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84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490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395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14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097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396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0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29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469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492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955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005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esentationgo.com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">
            <a:extLst>
              <a:ext uri="{FF2B5EF4-FFF2-40B4-BE49-F238E27FC236}">
                <a16:creationId xmlns:a16="http://schemas.microsoft.com/office/drawing/2014/main" id="{59803796-0D93-E746-B6B6-05967892006D}"/>
              </a:ext>
            </a:extLst>
          </p:cNvPr>
          <p:cNvSpPr/>
          <p:nvPr userDrawn="1"/>
        </p:nvSpPr>
        <p:spPr>
          <a:xfrm>
            <a:off x="1256777" y="2454762"/>
            <a:ext cx="6630446" cy="10967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60" y="21600"/>
                </a:moveTo>
                <a:lnTo>
                  <a:pt x="1340" y="21600"/>
                </a:lnTo>
                <a:cubicBezTo>
                  <a:pt x="601" y="21600"/>
                  <a:pt x="0" y="16773"/>
                  <a:pt x="0" y="10800"/>
                </a:cubicBezTo>
                <a:lnTo>
                  <a:pt x="0" y="10800"/>
                </a:lnTo>
                <a:cubicBezTo>
                  <a:pt x="0" y="4848"/>
                  <a:pt x="599" y="0"/>
                  <a:pt x="1340" y="0"/>
                </a:cubicBezTo>
                <a:lnTo>
                  <a:pt x="20260" y="0"/>
                </a:lnTo>
                <a:cubicBezTo>
                  <a:pt x="20999" y="0"/>
                  <a:pt x="21600" y="4827"/>
                  <a:pt x="21600" y="10800"/>
                </a:cubicBezTo>
                <a:lnTo>
                  <a:pt x="21600" y="10800"/>
                </a:lnTo>
                <a:cubicBezTo>
                  <a:pt x="21600" y="16773"/>
                  <a:pt x="21001" y="21600"/>
                  <a:pt x="20260" y="2160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/>
            </a:solidFill>
            <a:miter lim="400000"/>
          </a:ln>
        </p:spPr>
        <p:txBody>
          <a:bodyPr lIns="28575" tIns="28575" rIns="28575" bIns="28575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sz="225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2A6FDFB-46FD-4D32-A054-BC9C55F6A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9411" y="2454761"/>
            <a:ext cx="5692271" cy="1096766"/>
          </a:xfrm>
        </p:spPr>
        <p:txBody>
          <a:bodyPr anchor="ctr">
            <a:normAutofit/>
          </a:bodyPr>
          <a:lstStyle>
            <a:lvl1pPr algn="l"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C1F0D0AA-12EA-49AC-BF55-4B2556467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9411" y="4000501"/>
            <a:ext cx="5692271" cy="12572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16A05548-17F6-174B-947B-20DEA1A518A7}"/>
              </a:ext>
            </a:extLst>
          </p:cNvPr>
          <p:cNvSpPr/>
          <p:nvPr userDrawn="1"/>
        </p:nvSpPr>
        <p:spPr>
          <a:xfrm>
            <a:off x="7355976" y="2714393"/>
            <a:ext cx="258614" cy="488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26" extrusionOk="0">
                <a:moveTo>
                  <a:pt x="4684" y="9673"/>
                </a:moveTo>
                <a:cubicBezTo>
                  <a:pt x="4684" y="9536"/>
                  <a:pt x="4684" y="9445"/>
                  <a:pt x="4684" y="9307"/>
                </a:cubicBezTo>
                <a:lnTo>
                  <a:pt x="4684" y="4273"/>
                </a:lnTo>
                <a:cubicBezTo>
                  <a:pt x="4684" y="3312"/>
                  <a:pt x="5140" y="2397"/>
                  <a:pt x="5921" y="1665"/>
                </a:cubicBezTo>
                <a:cubicBezTo>
                  <a:pt x="6311" y="1299"/>
                  <a:pt x="7157" y="1482"/>
                  <a:pt x="7157" y="1985"/>
                </a:cubicBezTo>
                <a:lnTo>
                  <a:pt x="7157" y="3999"/>
                </a:lnTo>
                <a:cubicBezTo>
                  <a:pt x="7157" y="4319"/>
                  <a:pt x="7482" y="4548"/>
                  <a:pt x="7937" y="4548"/>
                </a:cubicBezTo>
                <a:cubicBezTo>
                  <a:pt x="8393" y="4548"/>
                  <a:pt x="8718" y="4319"/>
                  <a:pt x="8718" y="3999"/>
                </a:cubicBezTo>
                <a:lnTo>
                  <a:pt x="8718" y="521"/>
                </a:lnTo>
                <a:cubicBezTo>
                  <a:pt x="8718" y="292"/>
                  <a:pt x="8913" y="109"/>
                  <a:pt x="9239" y="18"/>
                </a:cubicBezTo>
                <a:cubicBezTo>
                  <a:pt x="9239" y="18"/>
                  <a:pt x="9239" y="18"/>
                  <a:pt x="9239" y="18"/>
                </a:cubicBezTo>
                <a:cubicBezTo>
                  <a:pt x="9694" y="-74"/>
                  <a:pt x="10084" y="201"/>
                  <a:pt x="10084" y="521"/>
                </a:cubicBezTo>
                <a:lnTo>
                  <a:pt x="10084" y="3999"/>
                </a:lnTo>
                <a:cubicBezTo>
                  <a:pt x="10084" y="4319"/>
                  <a:pt x="10410" y="4548"/>
                  <a:pt x="10865" y="4548"/>
                </a:cubicBezTo>
                <a:cubicBezTo>
                  <a:pt x="11320" y="4548"/>
                  <a:pt x="11646" y="4319"/>
                  <a:pt x="11646" y="3999"/>
                </a:cubicBezTo>
                <a:lnTo>
                  <a:pt x="11646" y="521"/>
                </a:lnTo>
                <a:cubicBezTo>
                  <a:pt x="11646" y="201"/>
                  <a:pt x="12101" y="-28"/>
                  <a:pt x="12492" y="18"/>
                </a:cubicBezTo>
                <a:cubicBezTo>
                  <a:pt x="12492" y="18"/>
                  <a:pt x="12492" y="18"/>
                  <a:pt x="12492" y="18"/>
                </a:cubicBezTo>
                <a:cubicBezTo>
                  <a:pt x="12817" y="63"/>
                  <a:pt x="13012" y="292"/>
                  <a:pt x="13012" y="521"/>
                </a:cubicBezTo>
                <a:lnTo>
                  <a:pt x="13012" y="3999"/>
                </a:lnTo>
                <a:cubicBezTo>
                  <a:pt x="13012" y="4319"/>
                  <a:pt x="13337" y="4548"/>
                  <a:pt x="13793" y="4548"/>
                </a:cubicBezTo>
                <a:cubicBezTo>
                  <a:pt x="14248" y="4548"/>
                  <a:pt x="14573" y="4319"/>
                  <a:pt x="14573" y="3999"/>
                </a:cubicBezTo>
                <a:lnTo>
                  <a:pt x="14573" y="1985"/>
                </a:lnTo>
                <a:cubicBezTo>
                  <a:pt x="14573" y="1528"/>
                  <a:pt x="15419" y="1299"/>
                  <a:pt x="15810" y="1665"/>
                </a:cubicBezTo>
                <a:cubicBezTo>
                  <a:pt x="16590" y="2397"/>
                  <a:pt x="17046" y="3312"/>
                  <a:pt x="17046" y="4273"/>
                </a:cubicBezTo>
                <a:lnTo>
                  <a:pt x="17046" y="9307"/>
                </a:lnTo>
                <a:cubicBezTo>
                  <a:pt x="17046" y="9445"/>
                  <a:pt x="17046" y="9536"/>
                  <a:pt x="17046" y="9673"/>
                </a:cubicBezTo>
                <a:cubicBezTo>
                  <a:pt x="16786" y="11870"/>
                  <a:pt x="13988" y="13518"/>
                  <a:pt x="10865" y="13518"/>
                </a:cubicBezTo>
                <a:lnTo>
                  <a:pt x="10865" y="13518"/>
                </a:lnTo>
                <a:cubicBezTo>
                  <a:pt x="7742" y="13518"/>
                  <a:pt x="4945" y="11870"/>
                  <a:pt x="4684" y="9673"/>
                </a:cubicBezTo>
                <a:close/>
                <a:moveTo>
                  <a:pt x="12557" y="17407"/>
                </a:moveTo>
                <a:cubicBezTo>
                  <a:pt x="17696" y="16812"/>
                  <a:pt x="21600" y="13701"/>
                  <a:pt x="21600" y="9948"/>
                </a:cubicBezTo>
                <a:lnTo>
                  <a:pt x="21600" y="5280"/>
                </a:lnTo>
                <a:cubicBezTo>
                  <a:pt x="21600" y="4868"/>
                  <a:pt x="21275" y="4502"/>
                  <a:pt x="20689" y="4365"/>
                </a:cubicBezTo>
                <a:cubicBezTo>
                  <a:pt x="19778" y="4182"/>
                  <a:pt x="18998" y="4640"/>
                  <a:pt x="18998" y="5234"/>
                </a:cubicBezTo>
                <a:lnTo>
                  <a:pt x="18998" y="9948"/>
                </a:lnTo>
                <a:cubicBezTo>
                  <a:pt x="18998" y="10085"/>
                  <a:pt x="18998" y="10223"/>
                  <a:pt x="18998" y="10360"/>
                </a:cubicBezTo>
                <a:cubicBezTo>
                  <a:pt x="18672" y="13243"/>
                  <a:pt x="15094" y="15440"/>
                  <a:pt x="10930" y="15440"/>
                </a:cubicBezTo>
                <a:lnTo>
                  <a:pt x="10670" y="15440"/>
                </a:lnTo>
                <a:cubicBezTo>
                  <a:pt x="6571" y="15440"/>
                  <a:pt x="2928" y="13243"/>
                  <a:pt x="2602" y="10360"/>
                </a:cubicBezTo>
                <a:cubicBezTo>
                  <a:pt x="2602" y="10223"/>
                  <a:pt x="2602" y="10085"/>
                  <a:pt x="2602" y="9948"/>
                </a:cubicBezTo>
                <a:lnTo>
                  <a:pt x="2602" y="5280"/>
                </a:lnTo>
                <a:cubicBezTo>
                  <a:pt x="2602" y="4868"/>
                  <a:pt x="2277" y="4502"/>
                  <a:pt x="1692" y="4365"/>
                </a:cubicBezTo>
                <a:cubicBezTo>
                  <a:pt x="781" y="4182"/>
                  <a:pt x="0" y="4640"/>
                  <a:pt x="0" y="5234"/>
                </a:cubicBezTo>
                <a:lnTo>
                  <a:pt x="0" y="9948"/>
                </a:lnTo>
                <a:cubicBezTo>
                  <a:pt x="0" y="13701"/>
                  <a:pt x="3904" y="16858"/>
                  <a:pt x="9043" y="17407"/>
                </a:cubicBezTo>
                <a:cubicBezTo>
                  <a:pt x="9043" y="17407"/>
                  <a:pt x="9043" y="17407"/>
                  <a:pt x="9043" y="17407"/>
                </a:cubicBezTo>
                <a:lnTo>
                  <a:pt x="9043" y="19146"/>
                </a:lnTo>
                <a:cubicBezTo>
                  <a:pt x="9043" y="19146"/>
                  <a:pt x="9043" y="19146"/>
                  <a:pt x="9043" y="19146"/>
                </a:cubicBezTo>
                <a:lnTo>
                  <a:pt x="3708" y="19146"/>
                </a:lnTo>
                <a:cubicBezTo>
                  <a:pt x="2863" y="19146"/>
                  <a:pt x="2082" y="19558"/>
                  <a:pt x="1952" y="20107"/>
                </a:cubicBezTo>
                <a:cubicBezTo>
                  <a:pt x="1757" y="20840"/>
                  <a:pt x="2602" y="21526"/>
                  <a:pt x="3643" y="21526"/>
                </a:cubicBezTo>
                <a:lnTo>
                  <a:pt x="17892" y="21526"/>
                </a:lnTo>
                <a:cubicBezTo>
                  <a:pt x="18868" y="21526"/>
                  <a:pt x="19648" y="20977"/>
                  <a:pt x="19583" y="20290"/>
                </a:cubicBezTo>
                <a:cubicBezTo>
                  <a:pt x="19518" y="19650"/>
                  <a:pt x="18672" y="19146"/>
                  <a:pt x="17761" y="19146"/>
                </a:cubicBezTo>
                <a:lnTo>
                  <a:pt x="12492" y="19146"/>
                </a:lnTo>
                <a:cubicBezTo>
                  <a:pt x="12492" y="19146"/>
                  <a:pt x="12492" y="19146"/>
                  <a:pt x="12492" y="19146"/>
                </a:cubicBezTo>
                <a:lnTo>
                  <a:pt x="12557" y="17407"/>
                </a:lnTo>
                <a:cubicBezTo>
                  <a:pt x="12557" y="17407"/>
                  <a:pt x="12557" y="17407"/>
                  <a:pt x="12557" y="1740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sz="2250"/>
          </a:p>
        </p:txBody>
      </p:sp>
    </p:spTree>
    <p:extLst>
      <p:ext uri="{BB962C8B-B14F-4D97-AF65-F5344CB8AC3E}">
        <p14:creationId xmlns:p14="http://schemas.microsoft.com/office/powerpoint/2010/main" val="170607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">
            <a:extLst>
              <a:ext uri="{FF2B5EF4-FFF2-40B4-BE49-F238E27FC236}">
                <a16:creationId xmlns:a16="http://schemas.microsoft.com/office/drawing/2014/main" id="{5E486DFA-F638-B641-A15C-F421EFEFC3E8}"/>
              </a:ext>
            </a:extLst>
          </p:cNvPr>
          <p:cNvSpPr/>
          <p:nvPr userDrawn="1"/>
        </p:nvSpPr>
        <p:spPr>
          <a:xfrm>
            <a:off x="317009" y="365125"/>
            <a:ext cx="8509982" cy="10341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6" y="21600"/>
                </a:moveTo>
                <a:lnTo>
                  <a:pt x="984" y="21600"/>
                </a:lnTo>
                <a:cubicBezTo>
                  <a:pt x="442" y="21600"/>
                  <a:pt x="0" y="16773"/>
                  <a:pt x="0" y="10800"/>
                </a:cubicBezTo>
                <a:lnTo>
                  <a:pt x="0" y="10800"/>
                </a:lnTo>
                <a:cubicBezTo>
                  <a:pt x="0" y="4848"/>
                  <a:pt x="440" y="0"/>
                  <a:pt x="984" y="0"/>
                </a:cubicBezTo>
                <a:lnTo>
                  <a:pt x="20616" y="0"/>
                </a:lnTo>
                <a:cubicBezTo>
                  <a:pt x="21158" y="0"/>
                  <a:pt x="21600" y="4827"/>
                  <a:pt x="21600" y="10800"/>
                </a:cubicBezTo>
                <a:lnTo>
                  <a:pt x="21600" y="10800"/>
                </a:lnTo>
                <a:cubicBezTo>
                  <a:pt x="21598" y="16773"/>
                  <a:pt x="21158" y="21600"/>
                  <a:pt x="20616" y="2160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/>
            </a:solidFill>
            <a:miter lim="400000"/>
          </a:ln>
        </p:spPr>
        <p:txBody>
          <a:bodyPr lIns="28575" tIns="28575" rIns="28575" bIns="28575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sz="2250"/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5DF4E23E-D40C-724D-9FBC-120FC93D64DC}"/>
              </a:ext>
            </a:extLst>
          </p:cNvPr>
          <p:cNvSpPr/>
          <p:nvPr userDrawn="1"/>
        </p:nvSpPr>
        <p:spPr>
          <a:xfrm>
            <a:off x="8330463" y="649135"/>
            <a:ext cx="243855" cy="46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26" extrusionOk="0">
                <a:moveTo>
                  <a:pt x="4619" y="9673"/>
                </a:moveTo>
                <a:cubicBezTo>
                  <a:pt x="4619" y="9536"/>
                  <a:pt x="4619" y="9445"/>
                  <a:pt x="4619" y="9307"/>
                </a:cubicBezTo>
                <a:lnTo>
                  <a:pt x="4619" y="4273"/>
                </a:lnTo>
                <a:cubicBezTo>
                  <a:pt x="4619" y="3312"/>
                  <a:pt x="5075" y="2397"/>
                  <a:pt x="5855" y="1665"/>
                </a:cubicBezTo>
                <a:cubicBezTo>
                  <a:pt x="6246" y="1299"/>
                  <a:pt x="7091" y="1482"/>
                  <a:pt x="7091" y="1985"/>
                </a:cubicBezTo>
                <a:lnTo>
                  <a:pt x="7091" y="3999"/>
                </a:lnTo>
                <a:cubicBezTo>
                  <a:pt x="7091" y="4319"/>
                  <a:pt x="7417" y="4548"/>
                  <a:pt x="7872" y="4548"/>
                </a:cubicBezTo>
                <a:cubicBezTo>
                  <a:pt x="8327" y="4548"/>
                  <a:pt x="8653" y="4319"/>
                  <a:pt x="8653" y="3999"/>
                </a:cubicBezTo>
                <a:lnTo>
                  <a:pt x="8653" y="521"/>
                </a:lnTo>
                <a:cubicBezTo>
                  <a:pt x="8653" y="292"/>
                  <a:pt x="8848" y="109"/>
                  <a:pt x="9173" y="18"/>
                </a:cubicBezTo>
                <a:cubicBezTo>
                  <a:pt x="9173" y="18"/>
                  <a:pt x="9173" y="18"/>
                  <a:pt x="9173" y="18"/>
                </a:cubicBezTo>
                <a:cubicBezTo>
                  <a:pt x="9629" y="-74"/>
                  <a:pt x="10019" y="201"/>
                  <a:pt x="10019" y="521"/>
                </a:cubicBezTo>
                <a:lnTo>
                  <a:pt x="10019" y="3999"/>
                </a:lnTo>
                <a:cubicBezTo>
                  <a:pt x="10019" y="4319"/>
                  <a:pt x="10344" y="4548"/>
                  <a:pt x="10800" y="4548"/>
                </a:cubicBezTo>
                <a:cubicBezTo>
                  <a:pt x="11255" y="4548"/>
                  <a:pt x="11581" y="4319"/>
                  <a:pt x="11581" y="3999"/>
                </a:cubicBezTo>
                <a:lnTo>
                  <a:pt x="11581" y="521"/>
                </a:lnTo>
                <a:cubicBezTo>
                  <a:pt x="11581" y="201"/>
                  <a:pt x="12036" y="-28"/>
                  <a:pt x="12426" y="18"/>
                </a:cubicBezTo>
                <a:cubicBezTo>
                  <a:pt x="12426" y="18"/>
                  <a:pt x="12426" y="18"/>
                  <a:pt x="12426" y="18"/>
                </a:cubicBezTo>
                <a:cubicBezTo>
                  <a:pt x="12752" y="63"/>
                  <a:pt x="12947" y="292"/>
                  <a:pt x="12947" y="521"/>
                </a:cubicBezTo>
                <a:lnTo>
                  <a:pt x="12947" y="3999"/>
                </a:lnTo>
                <a:cubicBezTo>
                  <a:pt x="12947" y="4319"/>
                  <a:pt x="13272" y="4548"/>
                  <a:pt x="13728" y="4548"/>
                </a:cubicBezTo>
                <a:cubicBezTo>
                  <a:pt x="14183" y="4548"/>
                  <a:pt x="14508" y="4319"/>
                  <a:pt x="14508" y="3999"/>
                </a:cubicBezTo>
                <a:lnTo>
                  <a:pt x="14508" y="1985"/>
                </a:lnTo>
                <a:cubicBezTo>
                  <a:pt x="14508" y="1528"/>
                  <a:pt x="15354" y="1299"/>
                  <a:pt x="15744" y="1665"/>
                </a:cubicBezTo>
                <a:cubicBezTo>
                  <a:pt x="16525" y="2397"/>
                  <a:pt x="16980" y="3312"/>
                  <a:pt x="16980" y="4273"/>
                </a:cubicBezTo>
                <a:lnTo>
                  <a:pt x="16980" y="9307"/>
                </a:lnTo>
                <a:cubicBezTo>
                  <a:pt x="16980" y="9445"/>
                  <a:pt x="16980" y="9536"/>
                  <a:pt x="16980" y="9673"/>
                </a:cubicBezTo>
                <a:cubicBezTo>
                  <a:pt x="16720" y="11870"/>
                  <a:pt x="13923" y="13518"/>
                  <a:pt x="10800" y="13518"/>
                </a:cubicBezTo>
                <a:lnTo>
                  <a:pt x="10800" y="13518"/>
                </a:lnTo>
                <a:cubicBezTo>
                  <a:pt x="7677" y="13518"/>
                  <a:pt x="4879" y="11916"/>
                  <a:pt x="4619" y="9673"/>
                </a:cubicBezTo>
                <a:close/>
                <a:moveTo>
                  <a:pt x="12557" y="17407"/>
                </a:moveTo>
                <a:cubicBezTo>
                  <a:pt x="17696" y="16812"/>
                  <a:pt x="21600" y="13701"/>
                  <a:pt x="21600" y="9948"/>
                </a:cubicBezTo>
                <a:lnTo>
                  <a:pt x="21600" y="5280"/>
                </a:lnTo>
                <a:cubicBezTo>
                  <a:pt x="21600" y="4868"/>
                  <a:pt x="21275" y="4502"/>
                  <a:pt x="20689" y="4365"/>
                </a:cubicBezTo>
                <a:cubicBezTo>
                  <a:pt x="19778" y="4182"/>
                  <a:pt x="18998" y="4640"/>
                  <a:pt x="18998" y="5234"/>
                </a:cubicBezTo>
                <a:lnTo>
                  <a:pt x="18998" y="9948"/>
                </a:lnTo>
                <a:cubicBezTo>
                  <a:pt x="18998" y="10085"/>
                  <a:pt x="18998" y="10223"/>
                  <a:pt x="18998" y="10360"/>
                </a:cubicBezTo>
                <a:cubicBezTo>
                  <a:pt x="18672" y="13243"/>
                  <a:pt x="15094" y="15440"/>
                  <a:pt x="10930" y="15440"/>
                </a:cubicBezTo>
                <a:lnTo>
                  <a:pt x="10670" y="15440"/>
                </a:lnTo>
                <a:cubicBezTo>
                  <a:pt x="6571" y="15440"/>
                  <a:pt x="2928" y="13243"/>
                  <a:pt x="2602" y="10360"/>
                </a:cubicBezTo>
                <a:cubicBezTo>
                  <a:pt x="2602" y="10223"/>
                  <a:pt x="2602" y="10085"/>
                  <a:pt x="2602" y="9948"/>
                </a:cubicBezTo>
                <a:lnTo>
                  <a:pt x="2602" y="5280"/>
                </a:lnTo>
                <a:cubicBezTo>
                  <a:pt x="2602" y="4868"/>
                  <a:pt x="2277" y="4502"/>
                  <a:pt x="1692" y="4365"/>
                </a:cubicBezTo>
                <a:cubicBezTo>
                  <a:pt x="781" y="4182"/>
                  <a:pt x="0" y="4640"/>
                  <a:pt x="0" y="5234"/>
                </a:cubicBezTo>
                <a:lnTo>
                  <a:pt x="0" y="9948"/>
                </a:lnTo>
                <a:cubicBezTo>
                  <a:pt x="0" y="13701"/>
                  <a:pt x="3904" y="16858"/>
                  <a:pt x="9043" y="17407"/>
                </a:cubicBezTo>
                <a:cubicBezTo>
                  <a:pt x="9043" y="17407"/>
                  <a:pt x="9043" y="17407"/>
                  <a:pt x="9043" y="17407"/>
                </a:cubicBezTo>
                <a:lnTo>
                  <a:pt x="9043" y="19146"/>
                </a:lnTo>
                <a:cubicBezTo>
                  <a:pt x="9043" y="19146"/>
                  <a:pt x="9043" y="19146"/>
                  <a:pt x="9043" y="19146"/>
                </a:cubicBezTo>
                <a:lnTo>
                  <a:pt x="3708" y="19146"/>
                </a:lnTo>
                <a:cubicBezTo>
                  <a:pt x="2863" y="19146"/>
                  <a:pt x="2082" y="19558"/>
                  <a:pt x="1952" y="20107"/>
                </a:cubicBezTo>
                <a:cubicBezTo>
                  <a:pt x="1757" y="20840"/>
                  <a:pt x="2602" y="21526"/>
                  <a:pt x="3643" y="21526"/>
                </a:cubicBezTo>
                <a:lnTo>
                  <a:pt x="17892" y="21526"/>
                </a:lnTo>
                <a:cubicBezTo>
                  <a:pt x="18868" y="21526"/>
                  <a:pt x="19648" y="20977"/>
                  <a:pt x="19583" y="20290"/>
                </a:cubicBezTo>
                <a:cubicBezTo>
                  <a:pt x="19518" y="19650"/>
                  <a:pt x="18673" y="19146"/>
                  <a:pt x="17762" y="19146"/>
                </a:cubicBezTo>
                <a:lnTo>
                  <a:pt x="12492" y="19146"/>
                </a:lnTo>
                <a:cubicBezTo>
                  <a:pt x="12492" y="19146"/>
                  <a:pt x="12492" y="19146"/>
                  <a:pt x="12492" y="19146"/>
                </a:cubicBezTo>
                <a:lnTo>
                  <a:pt x="12557" y="17407"/>
                </a:lnTo>
                <a:cubicBezTo>
                  <a:pt x="12557" y="17407"/>
                  <a:pt x="12557" y="17407"/>
                  <a:pt x="12557" y="1740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sz="2250"/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5E8D3732-6060-6C4F-8E2A-B50EC1E2D081}"/>
              </a:ext>
            </a:extLst>
          </p:cNvPr>
          <p:cNvSpPr/>
          <p:nvPr userDrawn="1"/>
        </p:nvSpPr>
        <p:spPr>
          <a:xfrm>
            <a:off x="7772240" y="717687"/>
            <a:ext cx="256711" cy="3422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06" h="21206" extrusionOk="0">
                <a:moveTo>
                  <a:pt x="20614" y="17763"/>
                </a:moveTo>
                <a:lnTo>
                  <a:pt x="13455" y="10603"/>
                </a:lnTo>
                <a:lnTo>
                  <a:pt x="20614" y="3443"/>
                </a:lnTo>
                <a:cubicBezTo>
                  <a:pt x="21403" y="2655"/>
                  <a:pt x="21403" y="1381"/>
                  <a:pt x="20614" y="592"/>
                </a:cubicBezTo>
                <a:lnTo>
                  <a:pt x="20614" y="592"/>
                </a:lnTo>
                <a:cubicBezTo>
                  <a:pt x="19825" y="-197"/>
                  <a:pt x="18551" y="-197"/>
                  <a:pt x="17763" y="592"/>
                </a:cubicBezTo>
                <a:lnTo>
                  <a:pt x="10603" y="7751"/>
                </a:lnTo>
                <a:lnTo>
                  <a:pt x="3443" y="592"/>
                </a:lnTo>
                <a:cubicBezTo>
                  <a:pt x="2655" y="-197"/>
                  <a:pt x="1381" y="-197"/>
                  <a:pt x="592" y="592"/>
                </a:cubicBezTo>
                <a:lnTo>
                  <a:pt x="592" y="592"/>
                </a:lnTo>
                <a:cubicBezTo>
                  <a:pt x="-197" y="1381"/>
                  <a:pt x="-197" y="2655"/>
                  <a:pt x="592" y="3443"/>
                </a:cubicBezTo>
                <a:lnTo>
                  <a:pt x="7751" y="10603"/>
                </a:lnTo>
                <a:lnTo>
                  <a:pt x="592" y="17763"/>
                </a:lnTo>
                <a:cubicBezTo>
                  <a:pt x="-197" y="18551"/>
                  <a:pt x="-197" y="19825"/>
                  <a:pt x="592" y="20614"/>
                </a:cubicBezTo>
                <a:lnTo>
                  <a:pt x="592" y="20614"/>
                </a:lnTo>
                <a:cubicBezTo>
                  <a:pt x="1381" y="21403"/>
                  <a:pt x="2655" y="21403"/>
                  <a:pt x="3443" y="20614"/>
                </a:cubicBezTo>
                <a:lnTo>
                  <a:pt x="10603" y="13455"/>
                </a:lnTo>
                <a:lnTo>
                  <a:pt x="17763" y="20614"/>
                </a:lnTo>
                <a:cubicBezTo>
                  <a:pt x="18551" y="21403"/>
                  <a:pt x="19825" y="21403"/>
                  <a:pt x="20614" y="20614"/>
                </a:cubicBezTo>
                <a:lnTo>
                  <a:pt x="20614" y="20614"/>
                </a:lnTo>
                <a:cubicBezTo>
                  <a:pt x="21403" y="19886"/>
                  <a:pt x="21403" y="18551"/>
                  <a:pt x="20614" y="17763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sz="2250"/>
          </a:p>
        </p:txBody>
      </p:sp>
      <p:sp>
        <p:nvSpPr>
          <p:cNvPr id="14" name="Rectangle">
            <a:extLst>
              <a:ext uri="{FF2B5EF4-FFF2-40B4-BE49-F238E27FC236}">
                <a16:creationId xmlns:a16="http://schemas.microsoft.com/office/drawing/2014/main" id="{ADAC04E2-D25E-8243-A2A3-476DBF414781}"/>
              </a:ext>
            </a:extLst>
          </p:cNvPr>
          <p:cNvSpPr/>
          <p:nvPr userDrawn="1"/>
        </p:nvSpPr>
        <p:spPr>
          <a:xfrm>
            <a:off x="8168872" y="570787"/>
            <a:ext cx="29381" cy="660075"/>
          </a:xfrm>
          <a:prstGeom prst="rect">
            <a:avLst/>
          </a:prstGeom>
          <a:solidFill>
            <a:srgbClr val="E4E4E4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sz="225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D08B00A-9A13-4AB1-A72D-2F499BA2EBA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28650" y="365127"/>
            <a:ext cx="6911485" cy="103418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89DC5E6-DDCD-4B67-B47F-0BD6C54B83D2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628650" y="1944008"/>
            <a:ext cx="7886700" cy="407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575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">
            <a:extLst>
              <a:ext uri="{FF2B5EF4-FFF2-40B4-BE49-F238E27FC236}">
                <a16:creationId xmlns:a16="http://schemas.microsoft.com/office/drawing/2014/main" id="{6C3913C4-90B5-E741-82B3-9D537255D9F7}"/>
              </a:ext>
            </a:extLst>
          </p:cNvPr>
          <p:cNvSpPr/>
          <p:nvPr userDrawn="1"/>
        </p:nvSpPr>
        <p:spPr>
          <a:xfrm>
            <a:off x="317009" y="365125"/>
            <a:ext cx="8509982" cy="10341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6" y="21600"/>
                </a:moveTo>
                <a:lnTo>
                  <a:pt x="984" y="21600"/>
                </a:lnTo>
                <a:cubicBezTo>
                  <a:pt x="442" y="21600"/>
                  <a:pt x="0" y="16773"/>
                  <a:pt x="0" y="10800"/>
                </a:cubicBezTo>
                <a:lnTo>
                  <a:pt x="0" y="10800"/>
                </a:lnTo>
                <a:cubicBezTo>
                  <a:pt x="0" y="4848"/>
                  <a:pt x="440" y="0"/>
                  <a:pt x="984" y="0"/>
                </a:cubicBezTo>
                <a:lnTo>
                  <a:pt x="20616" y="0"/>
                </a:lnTo>
                <a:cubicBezTo>
                  <a:pt x="21158" y="0"/>
                  <a:pt x="21600" y="4827"/>
                  <a:pt x="21600" y="10800"/>
                </a:cubicBezTo>
                <a:lnTo>
                  <a:pt x="21600" y="10800"/>
                </a:lnTo>
                <a:cubicBezTo>
                  <a:pt x="21598" y="16773"/>
                  <a:pt x="21158" y="21600"/>
                  <a:pt x="20616" y="2160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/>
            </a:solidFill>
            <a:miter lim="400000"/>
          </a:ln>
        </p:spPr>
        <p:txBody>
          <a:bodyPr lIns="28575" tIns="28575" rIns="28575" bIns="28575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sz="2250"/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47CCA197-90D0-B64B-86E1-94735AB6FF75}"/>
              </a:ext>
            </a:extLst>
          </p:cNvPr>
          <p:cNvSpPr/>
          <p:nvPr userDrawn="1"/>
        </p:nvSpPr>
        <p:spPr>
          <a:xfrm>
            <a:off x="8330463" y="649135"/>
            <a:ext cx="243855" cy="46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26" extrusionOk="0">
                <a:moveTo>
                  <a:pt x="4619" y="9673"/>
                </a:moveTo>
                <a:cubicBezTo>
                  <a:pt x="4619" y="9536"/>
                  <a:pt x="4619" y="9445"/>
                  <a:pt x="4619" y="9307"/>
                </a:cubicBezTo>
                <a:lnTo>
                  <a:pt x="4619" y="4273"/>
                </a:lnTo>
                <a:cubicBezTo>
                  <a:pt x="4619" y="3312"/>
                  <a:pt x="5075" y="2397"/>
                  <a:pt x="5855" y="1665"/>
                </a:cubicBezTo>
                <a:cubicBezTo>
                  <a:pt x="6246" y="1299"/>
                  <a:pt x="7091" y="1482"/>
                  <a:pt x="7091" y="1985"/>
                </a:cubicBezTo>
                <a:lnTo>
                  <a:pt x="7091" y="3999"/>
                </a:lnTo>
                <a:cubicBezTo>
                  <a:pt x="7091" y="4319"/>
                  <a:pt x="7417" y="4548"/>
                  <a:pt x="7872" y="4548"/>
                </a:cubicBezTo>
                <a:cubicBezTo>
                  <a:pt x="8327" y="4548"/>
                  <a:pt x="8653" y="4319"/>
                  <a:pt x="8653" y="3999"/>
                </a:cubicBezTo>
                <a:lnTo>
                  <a:pt x="8653" y="521"/>
                </a:lnTo>
                <a:cubicBezTo>
                  <a:pt x="8653" y="292"/>
                  <a:pt x="8848" y="109"/>
                  <a:pt x="9173" y="18"/>
                </a:cubicBezTo>
                <a:cubicBezTo>
                  <a:pt x="9173" y="18"/>
                  <a:pt x="9173" y="18"/>
                  <a:pt x="9173" y="18"/>
                </a:cubicBezTo>
                <a:cubicBezTo>
                  <a:pt x="9629" y="-74"/>
                  <a:pt x="10019" y="201"/>
                  <a:pt x="10019" y="521"/>
                </a:cubicBezTo>
                <a:lnTo>
                  <a:pt x="10019" y="3999"/>
                </a:lnTo>
                <a:cubicBezTo>
                  <a:pt x="10019" y="4319"/>
                  <a:pt x="10344" y="4548"/>
                  <a:pt x="10800" y="4548"/>
                </a:cubicBezTo>
                <a:cubicBezTo>
                  <a:pt x="11255" y="4548"/>
                  <a:pt x="11581" y="4319"/>
                  <a:pt x="11581" y="3999"/>
                </a:cubicBezTo>
                <a:lnTo>
                  <a:pt x="11581" y="521"/>
                </a:lnTo>
                <a:cubicBezTo>
                  <a:pt x="11581" y="201"/>
                  <a:pt x="12036" y="-28"/>
                  <a:pt x="12426" y="18"/>
                </a:cubicBezTo>
                <a:cubicBezTo>
                  <a:pt x="12426" y="18"/>
                  <a:pt x="12426" y="18"/>
                  <a:pt x="12426" y="18"/>
                </a:cubicBezTo>
                <a:cubicBezTo>
                  <a:pt x="12752" y="63"/>
                  <a:pt x="12947" y="292"/>
                  <a:pt x="12947" y="521"/>
                </a:cubicBezTo>
                <a:lnTo>
                  <a:pt x="12947" y="3999"/>
                </a:lnTo>
                <a:cubicBezTo>
                  <a:pt x="12947" y="4319"/>
                  <a:pt x="13272" y="4548"/>
                  <a:pt x="13728" y="4548"/>
                </a:cubicBezTo>
                <a:cubicBezTo>
                  <a:pt x="14183" y="4548"/>
                  <a:pt x="14508" y="4319"/>
                  <a:pt x="14508" y="3999"/>
                </a:cubicBezTo>
                <a:lnTo>
                  <a:pt x="14508" y="1985"/>
                </a:lnTo>
                <a:cubicBezTo>
                  <a:pt x="14508" y="1528"/>
                  <a:pt x="15354" y="1299"/>
                  <a:pt x="15744" y="1665"/>
                </a:cubicBezTo>
                <a:cubicBezTo>
                  <a:pt x="16525" y="2397"/>
                  <a:pt x="16980" y="3312"/>
                  <a:pt x="16980" y="4273"/>
                </a:cubicBezTo>
                <a:lnTo>
                  <a:pt x="16980" y="9307"/>
                </a:lnTo>
                <a:cubicBezTo>
                  <a:pt x="16980" y="9445"/>
                  <a:pt x="16980" y="9536"/>
                  <a:pt x="16980" y="9673"/>
                </a:cubicBezTo>
                <a:cubicBezTo>
                  <a:pt x="16720" y="11870"/>
                  <a:pt x="13923" y="13518"/>
                  <a:pt x="10800" y="13518"/>
                </a:cubicBezTo>
                <a:lnTo>
                  <a:pt x="10800" y="13518"/>
                </a:lnTo>
                <a:cubicBezTo>
                  <a:pt x="7677" y="13518"/>
                  <a:pt x="4879" y="11916"/>
                  <a:pt x="4619" y="9673"/>
                </a:cubicBezTo>
                <a:close/>
                <a:moveTo>
                  <a:pt x="12557" y="17407"/>
                </a:moveTo>
                <a:cubicBezTo>
                  <a:pt x="17696" y="16812"/>
                  <a:pt x="21600" y="13701"/>
                  <a:pt x="21600" y="9948"/>
                </a:cubicBezTo>
                <a:lnTo>
                  <a:pt x="21600" y="5280"/>
                </a:lnTo>
                <a:cubicBezTo>
                  <a:pt x="21600" y="4868"/>
                  <a:pt x="21275" y="4502"/>
                  <a:pt x="20689" y="4365"/>
                </a:cubicBezTo>
                <a:cubicBezTo>
                  <a:pt x="19778" y="4182"/>
                  <a:pt x="18998" y="4640"/>
                  <a:pt x="18998" y="5234"/>
                </a:cubicBezTo>
                <a:lnTo>
                  <a:pt x="18998" y="9948"/>
                </a:lnTo>
                <a:cubicBezTo>
                  <a:pt x="18998" y="10085"/>
                  <a:pt x="18998" y="10223"/>
                  <a:pt x="18998" y="10360"/>
                </a:cubicBezTo>
                <a:cubicBezTo>
                  <a:pt x="18672" y="13243"/>
                  <a:pt x="15094" y="15440"/>
                  <a:pt x="10930" y="15440"/>
                </a:cubicBezTo>
                <a:lnTo>
                  <a:pt x="10670" y="15440"/>
                </a:lnTo>
                <a:cubicBezTo>
                  <a:pt x="6571" y="15440"/>
                  <a:pt x="2928" y="13243"/>
                  <a:pt x="2602" y="10360"/>
                </a:cubicBezTo>
                <a:cubicBezTo>
                  <a:pt x="2602" y="10223"/>
                  <a:pt x="2602" y="10085"/>
                  <a:pt x="2602" y="9948"/>
                </a:cubicBezTo>
                <a:lnTo>
                  <a:pt x="2602" y="5280"/>
                </a:lnTo>
                <a:cubicBezTo>
                  <a:pt x="2602" y="4868"/>
                  <a:pt x="2277" y="4502"/>
                  <a:pt x="1692" y="4365"/>
                </a:cubicBezTo>
                <a:cubicBezTo>
                  <a:pt x="781" y="4182"/>
                  <a:pt x="0" y="4640"/>
                  <a:pt x="0" y="5234"/>
                </a:cubicBezTo>
                <a:lnTo>
                  <a:pt x="0" y="9948"/>
                </a:lnTo>
                <a:cubicBezTo>
                  <a:pt x="0" y="13701"/>
                  <a:pt x="3904" y="16858"/>
                  <a:pt x="9043" y="17407"/>
                </a:cubicBezTo>
                <a:cubicBezTo>
                  <a:pt x="9043" y="17407"/>
                  <a:pt x="9043" y="17407"/>
                  <a:pt x="9043" y="17407"/>
                </a:cubicBezTo>
                <a:lnTo>
                  <a:pt x="9043" y="19146"/>
                </a:lnTo>
                <a:cubicBezTo>
                  <a:pt x="9043" y="19146"/>
                  <a:pt x="9043" y="19146"/>
                  <a:pt x="9043" y="19146"/>
                </a:cubicBezTo>
                <a:lnTo>
                  <a:pt x="3708" y="19146"/>
                </a:lnTo>
                <a:cubicBezTo>
                  <a:pt x="2863" y="19146"/>
                  <a:pt x="2082" y="19558"/>
                  <a:pt x="1952" y="20107"/>
                </a:cubicBezTo>
                <a:cubicBezTo>
                  <a:pt x="1757" y="20840"/>
                  <a:pt x="2602" y="21526"/>
                  <a:pt x="3643" y="21526"/>
                </a:cubicBezTo>
                <a:lnTo>
                  <a:pt x="17892" y="21526"/>
                </a:lnTo>
                <a:cubicBezTo>
                  <a:pt x="18868" y="21526"/>
                  <a:pt x="19648" y="20977"/>
                  <a:pt x="19583" y="20290"/>
                </a:cubicBezTo>
                <a:cubicBezTo>
                  <a:pt x="19518" y="19650"/>
                  <a:pt x="18673" y="19146"/>
                  <a:pt x="17762" y="19146"/>
                </a:cubicBezTo>
                <a:lnTo>
                  <a:pt x="12492" y="19146"/>
                </a:lnTo>
                <a:cubicBezTo>
                  <a:pt x="12492" y="19146"/>
                  <a:pt x="12492" y="19146"/>
                  <a:pt x="12492" y="19146"/>
                </a:cubicBezTo>
                <a:lnTo>
                  <a:pt x="12557" y="17407"/>
                </a:lnTo>
                <a:cubicBezTo>
                  <a:pt x="12557" y="17407"/>
                  <a:pt x="12557" y="17407"/>
                  <a:pt x="12557" y="1740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sz="2250"/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C2F884D5-11EA-4E4A-94B2-4E8226A64943}"/>
              </a:ext>
            </a:extLst>
          </p:cNvPr>
          <p:cNvSpPr/>
          <p:nvPr userDrawn="1"/>
        </p:nvSpPr>
        <p:spPr>
          <a:xfrm>
            <a:off x="7772240" y="717687"/>
            <a:ext cx="256711" cy="3422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06" h="21206" extrusionOk="0">
                <a:moveTo>
                  <a:pt x="20614" y="17763"/>
                </a:moveTo>
                <a:lnTo>
                  <a:pt x="13455" y="10603"/>
                </a:lnTo>
                <a:lnTo>
                  <a:pt x="20614" y="3443"/>
                </a:lnTo>
                <a:cubicBezTo>
                  <a:pt x="21403" y="2655"/>
                  <a:pt x="21403" y="1381"/>
                  <a:pt x="20614" y="592"/>
                </a:cubicBezTo>
                <a:lnTo>
                  <a:pt x="20614" y="592"/>
                </a:lnTo>
                <a:cubicBezTo>
                  <a:pt x="19825" y="-197"/>
                  <a:pt x="18551" y="-197"/>
                  <a:pt x="17763" y="592"/>
                </a:cubicBezTo>
                <a:lnTo>
                  <a:pt x="10603" y="7751"/>
                </a:lnTo>
                <a:lnTo>
                  <a:pt x="3443" y="592"/>
                </a:lnTo>
                <a:cubicBezTo>
                  <a:pt x="2655" y="-197"/>
                  <a:pt x="1381" y="-197"/>
                  <a:pt x="592" y="592"/>
                </a:cubicBezTo>
                <a:lnTo>
                  <a:pt x="592" y="592"/>
                </a:lnTo>
                <a:cubicBezTo>
                  <a:pt x="-197" y="1381"/>
                  <a:pt x="-197" y="2655"/>
                  <a:pt x="592" y="3443"/>
                </a:cubicBezTo>
                <a:lnTo>
                  <a:pt x="7751" y="10603"/>
                </a:lnTo>
                <a:lnTo>
                  <a:pt x="592" y="17763"/>
                </a:lnTo>
                <a:cubicBezTo>
                  <a:pt x="-197" y="18551"/>
                  <a:pt x="-197" y="19825"/>
                  <a:pt x="592" y="20614"/>
                </a:cubicBezTo>
                <a:lnTo>
                  <a:pt x="592" y="20614"/>
                </a:lnTo>
                <a:cubicBezTo>
                  <a:pt x="1381" y="21403"/>
                  <a:pt x="2655" y="21403"/>
                  <a:pt x="3443" y="20614"/>
                </a:cubicBezTo>
                <a:lnTo>
                  <a:pt x="10603" y="13455"/>
                </a:lnTo>
                <a:lnTo>
                  <a:pt x="17763" y="20614"/>
                </a:lnTo>
                <a:cubicBezTo>
                  <a:pt x="18551" y="21403"/>
                  <a:pt x="19825" y="21403"/>
                  <a:pt x="20614" y="20614"/>
                </a:cubicBezTo>
                <a:lnTo>
                  <a:pt x="20614" y="20614"/>
                </a:lnTo>
                <a:cubicBezTo>
                  <a:pt x="21403" y="19886"/>
                  <a:pt x="21403" y="18551"/>
                  <a:pt x="20614" y="1776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sz="2250">
              <a:solidFill>
                <a:schemeClr val="accent2"/>
              </a:solidFill>
            </a:endParaRPr>
          </a:p>
        </p:txBody>
      </p:sp>
      <p:sp>
        <p:nvSpPr>
          <p:cNvPr id="14" name="Rectangle">
            <a:extLst>
              <a:ext uri="{FF2B5EF4-FFF2-40B4-BE49-F238E27FC236}">
                <a16:creationId xmlns:a16="http://schemas.microsoft.com/office/drawing/2014/main" id="{75846012-71AE-4544-A5D3-8D237220A457}"/>
              </a:ext>
            </a:extLst>
          </p:cNvPr>
          <p:cNvSpPr/>
          <p:nvPr userDrawn="1"/>
        </p:nvSpPr>
        <p:spPr>
          <a:xfrm>
            <a:off x="8168872" y="570787"/>
            <a:ext cx="29381" cy="660075"/>
          </a:xfrm>
          <a:prstGeom prst="rect">
            <a:avLst/>
          </a:prstGeom>
          <a:solidFill>
            <a:srgbClr val="E4E4E4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sz="225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CEBB2A3-7D90-BC40-A5FB-D725A745B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6911485" cy="103418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33F3B10-10A5-1C4C-84FF-717B847FA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44008"/>
            <a:ext cx="7886700" cy="407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Shape">
            <a:extLst>
              <a:ext uri="{FF2B5EF4-FFF2-40B4-BE49-F238E27FC236}">
                <a16:creationId xmlns:a16="http://schemas.microsoft.com/office/drawing/2014/main" id="{24F399C9-3C31-4F19-A004-91A2057BB23A}"/>
              </a:ext>
            </a:extLst>
          </p:cNvPr>
          <p:cNvSpPr/>
          <p:nvPr userDrawn="1"/>
        </p:nvSpPr>
        <p:spPr>
          <a:xfrm>
            <a:off x="0" y="6237769"/>
            <a:ext cx="4572000" cy="6296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6" extrusionOk="0">
                <a:moveTo>
                  <a:pt x="21600" y="21216"/>
                </a:moveTo>
                <a:lnTo>
                  <a:pt x="10800" y="21216"/>
                </a:lnTo>
                <a:lnTo>
                  <a:pt x="0" y="21216"/>
                </a:lnTo>
                <a:lnTo>
                  <a:pt x="20712" y="33"/>
                </a:lnTo>
                <a:cubicBezTo>
                  <a:pt x="21188" y="-384"/>
                  <a:pt x="21600" y="3179"/>
                  <a:pt x="21600" y="7704"/>
                </a:cubicBezTo>
                <a:lnTo>
                  <a:pt x="21600" y="21216"/>
                </a:lnTo>
                <a:close/>
              </a:path>
            </a:pathLst>
          </a:custGeom>
          <a:solidFill>
            <a:schemeClr val="tx1">
              <a:lumMod val="40000"/>
              <a:lumOff val="60000"/>
            </a:schemeClr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sz="2250"/>
          </a:p>
        </p:txBody>
      </p:sp>
      <p:sp>
        <p:nvSpPr>
          <p:cNvPr id="19" name="Shape">
            <a:extLst>
              <a:ext uri="{FF2B5EF4-FFF2-40B4-BE49-F238E27FC236}">
                <a16:creationId xmlns:a16="http://schemas.microsoft.com/office/drawing/2014/main" id="{7CEF8305-5F46-4901-8FDD-1C5AA56921DE}"/>
              </a:ext>
            </a:extLst>
          </p:cNvPr>
          <p:cNvSpPr/>
          <p:nvPr userDrawn="1"/>
        </p:nvSpPr>
        <p:spPr>
          <a:xfrm>
            <a:off x="0" y="6237769"/>
            <a:ext cx="2286001" cy="6296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16" extrusionOk="0">
                <a:moveTo>
                  <a:pt x="19825" y="33"/>
                </a:moveTo>
                <a:lnTo>
                  <a:pt x="0" y="10175"/>
                </a:lnTo>
                <a:lnTo>
                  <a:pt x="0" y="21216"/>
                </a:lnTo>
                <a:lnTo>
                  <a:pt x="21600" y="21216"/>
                </a:lnTo>
                <a:lnTo>
                  <a:pt x="21600" y="7704"/>
                </a:lnTo>
                <a:cubicBezTo>
                  <a:pt x="21600" y="3179"/>
                  <a:pt x="20776" y="-384"/>
                  <a:pt x="19825" y="33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sz="2250"/>
          </a:p>
        </p:txBody>
      </p:sp>
    </p:spTree>
    <p:extLst>
      <p:ext uri="{BB962C8B-B14F-4D97-AF65-F5344CB8AC3E}">
        <p14:creationId xmlns:p14="http://schemas.microsoft.com/office/powerpoint/2010/main" val="325347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E119574-A2B5-7749-8470-B3F1BDA0F988}"/>
              </a:ext>
            </a:extLst>
          </p:cNvPr>
          <p:cNvGrpSpPr/>
          <p:nvPr userDrawn="1"/>
        </p:nvGrpSpPr>
        <p:grpSpPr>
          <a:xfrm>
            <a:off x="1" y="768350"/>
            <a:ext cx="7308296" cy="6089650"/>
            <a:chOff x="0" y="-629503"/>
            <a:chExt cx="11981179" cy="7487503"/>
          </a:xfrm>
        </p:grpSpPr>
        <p:sp>
          <p:nvSpPr>
            <p:cNvPr id="15" name="Shape">
              <a:extLst>
                <a:ext uri="{FF2B5EF4-FFF2-40B4-BE49-F238E27FC236}">
                  <a16:creationId xmlns:a16="http://schemas.microsoft.com/office/drawing/2014/main" id="{0ACA5182-944C-824A-9962-DF2651660B5E}"/>
                </a:ext>
              </a:extLst>
            </p:cNvPr>
            <p:cNvSpPr/>
            <p:nvPr userDrawn="1"/>
          </p:nvSpPr>
          <p:spPr>
            <a:xfrm>
              <a:off x="0" y="-629503"/>
              <a:ext cx="10160000" cy="7487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9" extrusionOk="0">
                  <a:moveTo>
                    <a:pt x="21600" y="21489"/>
                  </a:moveTo>
                  <a:lnTo>
                    <a:pt x="0" y="21489"/>
                  </a:lnTo>
                  <a:lnTo>
                    <a:pt x="0" y="2517"/>
                  </a:lnTo>
                  <a:lnTo>
                    <a:pt x="19826" y="9"/>
                  </a:lnTo>
                  <a:cubicBezTo>
                    <a:pt x="20779" y="-111"/>
                    <a:pt x="21600" y="899"/>
                    <a:pt x="21600" y="2189"/>
                  </a:cubicBezTo>
                  <a:lnTo>
                    <a:pt x="21600" y="2148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16" name="Shape">
              <a:extLst>
                <a:ext uri="{FF2B5EF4-FFF2-40B4-BE49-F238E27FC236}">
                  <a16:creationId xmlns:a16="http://schemas.microsoft.com/office/drawing/2014/main" id="{9092DBE8-4DEB-4D41-984C-33EDC24BDC76}"/>
                </a:ext>
              </a:extLst>
            </p:cNvPr>
            <p:cNvSpPr/>
            <p:nvPr userDrawn="1"/>
          </p:nvSpPr>
          <p:spPr>
            <a:xfrm>
              <a:off x="1257299" y="1961296"/>
              <a:ext cx="10723880" cy="1892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94" y="21600"/>
                  </a:moveTo>
                  <a:lnTo>
                    <a:pt x="1906" y="21600"/>
                  </a:lnTo>
                  <a:cubicBezTo>
                    <a:pt x="854" y="21600"/>
                    <a:pt x="0" y="16773"/>
                    <a:pt x="0" y="10800"/>
                  </a:cubicBezTo>
                  <a:lnTo>
                    <a:pt x="0" y="10800"/>
                  </a:lnTo>
                  <a:cubicBezTo>
                    <a:pt x="0" y="4842"/>
                    <a:pt x="852" y="0"/>
                    <a:pt x="1906" y="0"/>
                  </a:cubicBezTo>
                  <a:lnTo>
                    <a:pt x="19694" y="0"/>
                  </a:lnTo>
                  <a:cubicBezTo>
                    <a:pt x="20746" y="0"/>
                    <a:pt x="21600" y="4827"/>
                    <a:pt x="21600" y="10800"/>
                  </a:cubicBezTo>
                  <a:lnTo>
                    <a:pt x="21600" y="10800"/>
                  </a:lnTo>
                  <a:cubicBezTo>
                    <a:pt x="21597" y="16773"/>
                    <a:pt x="20746" y="21600"/>
                    <a:pt x="19694" y="21600"/>
                  </a:cubicBezTo>
                  <a:close/>
                </a:path>
              </a:pathLst>
            </a:custGeom>
            <a:solidFill>
              <a:schemeClr val="bg1"/>
            </a:solidFill>
            <a:ln w="25400">
              <a:solidFill>
                <a:schemeClr val="tx1"/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17" name="Shape">
              <a:extLst>
                <a:ext uri="{FF2B5EF4-FFF2-40B4-BE49-F238E27FC236}">
                  <a16:creationId xmlns:a16="http://schemas.microsoft.com/office/drawing/2014/main" id="{A028C544-E661-3048-953C-731350A438AE}"/>
                </a:ext>
              </a:extLst>
            </p:cNvPr>
            <p:cNvSpPr/>
            <p:nvPr userDrawn="1"/>
          </p:nvSpPr>
          <p:spPr>
            <a:xfrm>
              <a:off x="10706100" y="2431196"/>
              <a:ext cx="678192" cy="9634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31" extrusionOk="0">
                  <a:moveTo>
                    <a:pt x="4612" y="9667"/>
                  </a:moveTo>
                  <a:cubicBezTo>
                    <a:pt x="4612" y="9553"/>
                    <a:pt x="4571" y="9411"/>
                    <a:pt x="4571" y="9298"/>
                  </a:cubicBezTo>
                  <a:lnTo>
                    <a:pt x="4571" y="4245"/>
                  </a:lnTo>
                  <a:cubicBezTo>
                    <a:pt x="4571" y="3280"/>
                    <a:pt x="5016" y="2372"/>
                    <a:pt x="5784" y="1634"/>
                  </a:cubicBezTo>
                  <a:cubicBezTo>
                    <a:pt x="6189" y="1265"/>
                    <a:pt x="7038" y="1464"/>
                    <a:pt x="7038" y="1946"/>
                  </a:cubicBezTo>
                  <a:lnTo>
                    <a:pt x="7038" y="3961"/>
                  </a:lnTo>
                  <a:cubicBezTo>
                    <a:pt x="7038" y="4274"/>
                    <a:pt x="7402" y="4501"/>
                    <a:pt x="7807" y="4501"/>
                  </a:cubicBezTo>
                  <a:cubicBezTo>
                    <a:pt x="8211" y="4501"/>
                    <a:pt x="8575" y="4245"/>
                    <a:pt x="8575" y="3961"/>
                  </a:cubicBezTo>
                  <a:lnTo>
                    <a:pt x="8575" y="499"/>
                  </a:lnTo>
                  <a:cubicBezTo>
                    <a:pt x="8575" y="272"/>
                    <a:pt x="8818" y="73"/>
                    <a:pt x="9101" y="16"/>
                  </a:cubicBezTo>
                  <a:cubicBezTo>
                    <a:pt x="9101" y="16"/>
                    <a:pt x="9101" y="16"/>
                    <a:pt x="9101" y="16"/>
                  </a:cubicBezTo>
                  <a:cubicBezTo>
                    <a:pt x="9546" y="-69"/>
                    <a:pt x="9991" y="186"/>
                    <a:pt x="9991" y="499"/>
                  </a:cubicBezTo>
                  <a:lnTo>
                    <a:pt x="9991" y="3961"/>
                  </a:lnTo>
                  <a:cubicBezTo>
                    <a:pt x="9991" y="4274"/>
                    <a:pt x="10355" y="4501"/>
                    <a:pt x="10760" y="4501"/>
                  </a:cubicBezTo>
                  <a:cubicBezTo>
                    <a:pt x="11164" y="4501"/>
                    <a:pt x="11528" y="4245"/>
                    <a:pt x="11528" y="3961"/>
                  </a:cubicBezTo>
                  <a:lnTo>
                    <a:pt x="11528" y="499"/>
                  </a:lnTo>
                  <a:cubicBezTo>
                    <a:pt x="11528" y="186"/>
                    <a:pt x="11973" y="-69"/>
                    <a:pt x="12418" y="16"/>
                  </a:cubicBezTo>
                  <a:cubicBezTo>
                    <a:pt x="12418" y="16"/>
                    <a:pt x="12418" y="16"/>
                    <a:pt x="12418" y="16"/>
                  </a:cubicBezTo>
                  <a:cubicBezTo>
                    <a:pt x="12742" y="73"/>
                    <a:pt x="12944" y="272"/>
                    <a:pt x="12944" y="499"/>
                  </a:cubicBezTo>
                  <a:lnTo>
                    <a:pt x="12944" y="3961"/>
                  </a:lnTo>
                  <a:cubicBezTo>
                    <a:pt x="12944" y="4274"/>
                    <a:pt x="13308" y="4501"/>
                    <a:pt x="13712" y="4501"/>
                  </a:cubicBezTo>
                  <a:cubicBezTo>
                    <a:pt x="14157" y="4501"/>
                    <a:pt x="14481" y="4245"/>
                    <a:pt x="14481" y="3961"/>
                  </a:cubicBezTo>
                  <a:lnTo>
                    <a:pt x="14481" y="1975"/>
                  </a:lnTo>
                  <a:cubicBezTo>
                    <a:pt x="14481" y="1492"/>
                    <a:pt x="15330" y="1293"/>
                    <a:pt x="15735" y="1662"/>
                  </a:cubicBezTo>
                  <a:cubicBezTo>
                    <a:pt x="16503" y="2400"/>
                    <a:pt x="16948" y="3280"/>
                    <a:pt x="16948" y="4274"/>
                  </a:cubicBezTo>
                  <a:lnTo>
                    <a:pt x="16948" y="9326"/>
                  </a:lnTo>
                  <a:cubicBezTo>
                    <a:pt x="16948" y="9440"/>
                    <a:pt x="16948" y="9581"/>
                    <a:pt x="16908" y="9695"/>
                  </a:cubicBezTo>
                  <a:cubicBezTo>
                    <a:pt x="16624" y="11909"/>
                    <a:pt x="13834" y="13527"/>
                    <a:pt x="10719" y="13527"/>
                  </a:cubicBezTo>
                  <a:lnTo>
                    <a:pt x="10719" y="13527"/>
                  </a:lnTo>
                  <a:cubicBezTo>
                    <a:pt x="7645" y="13527"/>
                    <a:pt x="4854" y="11881"/>
                    <a:pt x="4612" y="9667"/>
                  </a:cubicBezTo>
                  <a:close/>
                  <a:moveTo>
                    <a:pt x="12540" y="17387"/>
                  </a:moveTo>
                  <a:cubicBezTo>
                    <a:pt x="17677" y="16819"/>
                    <a:pt x="21600" y="13697"/>
                    <a:pt x="21600" y="9922"/>
                  </a:cubicBezTo>
                  <a:lnTo>
                    <a:pt x="21600" y="5267"/>
                  </a:lnTo>
                  <a:cubicBezTo>
                    <a:pt x="21600" y="4870"/>
                    <a:pt x="21276" y="4472"/>
                    <a:pt x="20710" y="4359"/>
                  </a:cubicBezTo>
                  <a:cubicBezTo>
                    <a:pt x="19820" y="4160"/>
                    <a:pt x="19011" y="4614"/>
                    <a:pt x="19011" y="5210"/>
                  </a:cubicBezTo>
                  <a:lnTo>
                    <a:pt x="19011" y="9922"/>
                  </a:lnTo>
                  <a:cubicBezTo>
                    <a:pt x="19011" y="10064"/>
                    <a:pt x="19011" y="10206"/>
                    <a:pt x="18971" y="10348"/>
                  </a:cubicBezTo>
                  <a:cubicBezTo>
                    <a:pt x="18687" y="13243"/>
                    <a:pt x="15047" y="15400"/>
                    <a:pt x="10921" y="15400"/>
                  </a:cubicBezTo>
                  <a:lnTo>
                    <a:pt x="10679" y="15400"/>
                  </a:lnTo>
                  <a:cubicBezTo>
                    <a:pt x="6553" y="15400"/>
                    <a:pt x="2953" y="13243"/>
                    <a:pt x="2629" y="10348"/>
                  </a:cubicBezTo>
                  <a:cubicBezTo>
                    <a:pt x="2629" y="10206"/>
                    <a:pt x="2589" y="10064"/>
                    <a:pt x="2589" y="9922"/>
                  </a:cubicBezTo>
                  <a:lnTo>
                    <a:pt x="2589" y="5267"/>
                  </a:lnTo>
                  <a:cubicBezTo>
                    <a:pt x="2589" y="4870"/>
                    <a:pt x="2265" y="4472"/>
                    <a:pt x="1699" y="4359"/>
                  </a:cubicBezTo>
                  <a:cubicBezTo>
                    <a:pt x="809" y="4160"/>
                    <a:pt x="0" y="4614"/>
                    <a:pt x="0" y="5210"/>
                  </a:cubicBezTo>
                  <a:lnTo>
                    <a:pt x="0" y="9922"/>
                  </a:lnTo>
                  <a:cubicBezTo>
                    <a:pt x="0" y="13669"/>
                    <a:pt x="3924" y="16819"/>
                    <a:pt x="9060" y="17387"/>
                  </a:cubicBezTo>
                  <a:cubicBezTo>
                    <a:pt x="9060" y="17387"/>
                    <a:pt x="9060" y="17387"/>
                    <a:pt x="9060" y="17387"/>
                  </a:cubicBezTo>
                  <a:lnTo>
                    <a:pt x="9060" y="19118"/>
                  </a:lnTo>
                  <a:cubicBezTo>
                    <a:pt x="9060" y="19118"/>
                    <a:pt x="9060" y="19118"/>
                    <a:pt x="9060" y="19118"/>
                  </a:cubicBezTo>
                  <a:lnTo>
                    <a:pt x="3762" y="19118"/>
                  </a:lnTo>
                  <a:cubicBezTo>
                    <a:pt x="2912" y="19118"/>
                    <a:pt x="2144" y="19516"/>
                    <a:pt x="1982" y="20112"/>
                  </a:cubicBezTo>
                  <a:cubicBezTo>
                    <a:pt x="1780" y="20878"/>
                    <a:pt x="2629" y="21531"/>
                    <a:pt x="3640" y="21531"/>
                  </a:cubicBezTo>
                  <a:lnTo>
                    <a:pt x="17878" y="21531"/>
                  </a:lnTo>
                  <a:cubicBezTo>
                    <a:pt x="18849" y="21531"/>
                    <a:pt x="19618" y="20963"/>
                    <a:pt x="19577" y="20282"/>
                  </a:cubicBezTo>
                  <a:cubicBezTo>
                    <a:pt x="19537" y="19629"/>
                    <a:pt x="18687" y="19147"/>
                    <a:pt x="17757" y="19147"/>
                  </a:cubicBezTo>
                  <a:lnTo>
                    <a:pt x="12458" y="19147"/>
                  </a:lnTo>
                  <a:cubicBezTo>
                    <a:pt x="12458" y="19147"/>
                    <a:pt x="12458" y="19147"/>
                    <a:pt x="12458" y="19147"/>
                  </a:cubicBezTo>
                  <a:lnTo>
                    <a:pt x="12540" y="17387"/>
                  </a:lnTo>
                  <a:cubicBezTo>
                    <a:pt x="12540" y="17387"/>
                    <a:pt x="12540" y="17387"/>
                    <a:pt x="12540" y="17387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C7E228BF-1CA5-4856-ADE1-3CF4E8475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590" y="2875469"/>
            <a:ext cx="5026822" cy="1539024"/>
          </a:xfrm>
        </p:spPr>
        <p:txBody>
          <a:bodyPr anchor="ctr">
            <a:normAutofit/>
          </a:bodyPr>
          <a:lstStyle>
            <a:lvl1pPr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5560DB-B208-41C1-AC26-ACACF8AE7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0590" y="4589464"/>
            <a:ext cx="474148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5F7726-490E-F144-BEAF-BCE5ABFF27D8}"/>
              </a:ext>
            </a:extLst>
          </p:cNvPr>
          <p:cNvGrpSpPr/>
          <p:nvPr userDrawn="1"/>
        </p:nvGrpSpPr>
        <p:grpSpPr>
          <a:xfrm>
            <a:off x="0" y="6237769"/>
            <a:ext cx="9144000" cy="629637"/>
            <a:chOff x="0" y="6237768"/>
            <a:chExt cx="12192000" cy="629637"/>
          </a:xfrm>
        </p:grpSpPr>
        <p:sp>
          <p:nvSpPr>
            <p:cNvPr id="19" name="Shape">
              <a:extLst>
                <a:ext uri="{FF2B5EF4-FFF2-40B4-BE49-F238E27FC236}">
                  <a16:creationId xmlns:a16="http://schemas.microsoft.com/office/drawing/2014/main" id="{DF358DAD-910C-4C4B-9E4B-4CC5FCB567D2}"/>
                </a:ext>
              </a:extLst>
            </p:cNvPr>
            <p:cNvSpPr/>
            <p:nvPr/>
          </p:nvSpPr>
          <p:spPr>
            <a:xfrm>
              <a:off x="6096000" y="6237768"/>
              <a:ext cx="6096000" cy="629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extrusionOk="0">
                  <a:moveTo>
                    <a:pt x="21600" y="21216"/>
                  </a:moveTo>
                  <a:lnTo>
                    <a:pt x="10800" y="21216"/>
                  </a:lnTo>
                  <a:lnTo>
                    <a:pt x="0" y="21216"/>
                  </a:lnTo>
                  <a:lnTo>
                    <a:pt x="20712" y="33"/>
                  </a:lnTo>
                  <a:cubicBezTo>
                    <a:pt x="21188" y="-384"/>
                    <a:pt x="21600" y="3179"/>
                    <a:pt x="21600" y="7704"/>
                  </a:cubicBezTo>
                  <a:lnTo>
                    <a:pt x="21600" y="21216"/>
                  </a:ln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20" name="Shape">
              <a:extLst>
                <a:ext uri="{FF2B5EF4-FFF2-40B4-BE49-F238E27FC236}">
                  <a16:creationId xmlns:a16="http://schemas.microsoft.com/office/drawing/2014/main" id="{6C96F48B-4F92-D846-8836-26981889D7D2}"/>
                </a:ext>
              </a:extLst>
            </p:cNvPr>
            <p:cNvSpPr/>
            <p:nvPr/>
          </p:nvSpPr>
          <p:spPr>
            <a:xfrm>
              <a:off x="3048000" y="6237768"/>
              <a:ext cx="6096000" cy="629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extrusionOk="0">
                  <a:moveTo>
                    <a:pt x="21600" y="21216"/>
                  </a:moveTo>
                  <a:lnTo>
                    <a:pt x="10800" y="21216"/>
                  </a:lnTo>
                  <a:lnTo>
                    <a:pt x="0" y="21216"/>
                  </a:lnTo>
                  <a:lnTo>
                    <a:pt x="20712" y="33"/>
                  </a:lnTo>
                  <a:cubicBezTo>
                    <a:pt x="21188" y="-384"/>
                    <a:pt x="21600" y="3179"/>
                    <a:pt x="21600" y="7704"/>
                  </a:cubicBezTo>
                  <a:lnTo>
                    <a:pt x="21600" y="21216"/>
                  </a:ln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21" name="Shape">
              <a:extLst>
                <a:ext uri="{FF2B5EF4-FFF2-40B4-BE49-F238E27FC236}">
                  <a16:creationId xmlns:a16="http://schemas.microsoft.com/office/drawing/2014/main" id="{0536D426-C192-D746-97B7-993997F262DF}"/>
                </a:ext>
              </a:extLst>
            </p:cNvPr>
            <p:cNvSpPr/>
            <p:nvPr/>
          </p:nvSpPr>
          <p:spPr>
            <a:xfrm>
              <a:off x="0" y="6237768"/>
              <a:ext cx="6096000" cy="629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extrusionOk="0">
                  <a:moveTo>
                    <a:pt x="21600" y="21216"/>
                  </a:moveTo>
                  <a:lnTo>
                    <a:pt x="10800" y="21216"/>
                  </a:lnTo>
                  <a:lnTo>
                    <a:pt x="0" y="21216"/>
                  </a:lnTo>
                  <a:lnTo>
                    <a:pt x="20712" y="33"/>
                  </a:lnTo>
                  <a:cubicBezTo>
                    <a:pt x="21188" y="-384"/>
                    <a:pt x="21600" y="3179"/>
                    <a:pt x="21600" y="7704"/>
                  </a:cubicBezTo>
                  <a:lnTo>
                    <a:pt x="21600" y="21216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22" name="Shape">
              <a:extLst>
                <a:ext uri="{FF2B5EF4-FFF2-40B4-BE49-F238E27FC236}">
                  <a16:creationId xmlns:a16="http://schemas.microsoft.com/office/drawing/2014/main" id="{2EE8D323-610C-9F42-820B-0373D880EC14}"/>
                </a:ext>
              </a:extLst>
            </p:cNvPr>
            <p:cNvSpPr/>
            <p:nvPr/>
          </p:nvSpPr>
          <p:spPr>
            <a:xfrm>
              <a:off x="0" y="6237768"/>
              <a:ext cx="3048001" cy="629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extrusionOk="0">
                  <a:moveTo>
                    <a:pt x="19825" y="33"/>
                  </a:moveTo>
                  <a:lnTo>
                    <a:pt x="0" y="10175"/>
                  </a:lnTo>
                  <a:lnTo>
                    <a:pt x="0" y="21216"/>
                  </a:lnTo>
                  <a:lnTo>
                    <a:pt x="21600" y="21216"/>
                  </a:lnTo>
                  <a:lnTo>
                    <a:pt x="21600" y="7704"/>
                  </a:lnTo>
                  <a:cubicBezTo>
                    <a:pt x="21600" y="3179"/>
                    <a:pt x="20776" y="-384"/>
                    <a:pt x="19825" y="33"/>
                  </a:cubicBez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</p:grpSp>
    </p:spTree>
    <p:extLst>
      <p:ext uri="{BB962C8B-B14F-4D97-AF65-F5344CB8AC3E}">
        <p14:creationId xmlns:p14="http://schemas.microsoft.com/office/powerpoint/2010/main" val="2092352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E119574-A2B5-7749-8470-B3F1BDA0F988}"/>
              </a:ext>
            </a:extLst>
          </p:cNvPr>
          <p:cNvGrpSpPr/>
          <p:nvPr userDrawn="1"/>
        </p:nvGrpSpPr>
        <p:grpSpPr>
          <a:xfrm>
            <a:off x="1" y="768350"/>
            <a:ext cx="7308296" cy="6089650"/>
            <a:chOff x="0" y="-629503"/>
            <a:chExt cx="11981179" cy="7487503"/>
          </a:xfrm>
        </p:grpSpPr>
        <p:sp>
          <p:nvSpPr>
            <p:cNvPr id="15" name="Shape">
              <a:extLst>
                <a:ext uri="{FF2B5EF4-FFF2-40B4-BE49-F238E27FC236}">
                  <a16:creationId xmlns:a16="http://schemas.microsoft.com/office/drawing/2014/main" id="{0ACA5182-944C-824A-9962-DF2651660B5E}"/>
                </a:ext>
              </a:extLst>
            </p:cNvPr>
            <p:cNvSpPr/>
            <p:nvPr userDrawn="1"/>
          </p:nvSpPr>
          <p:spPr>
            <a:xfrm>
              <a:off x="0" y="-629503"/>
              <a:ext cx="10160000" cy="7487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9" extrusionOk="0">
                  <a:moveTo>
                    <a:pt x="21600" y="21489"/>
                  </a:moveTo>
                  <a:lnTo>
                    <a:pt x="0" y="21489"/>
                  </a:lnTo>
                  <a:lnTo>
                    <a:pt x="0" y="2517"/>
                  </a:lnTo>
                  <a:lnTo>
                    <a:pt x="19826" y="9"/>
                  </a:lnTo>
                  <a:cubicBezTo>
                    <a:pt x="20779" y="-111"/>
                    <a:pt x="21600" y="899"/>
                    <a:pt x="21600" y="2189"/>
                  </a:cubicBezTo>
                  <a:lnTo>
                    <a:pt x="21600" y="21489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16" name="Shape">
              <a:extLst>
                <a:ext uri="{FF2B5EF4-FFF2-40B4-BE49-F238E27FC236}">
                  <a16:creationId xmlns:a16="http://schemas.microsoft.com/office/drawing/2014/main" id="{9092DBE8-4DEB-4D41-984C-33EDC24BDC76}"/>
                </a:ext>
              </a:extLst>
            </p:cNvPr>
            <p:cNvSpPr/>
            <p:nvPr userDrawn="1"/>
          </p:nvSpPr>
          <p:spPr>
            <a:xfrm>
              <a:off x="1257299" y="1961296"/>
              <a:ext cx="10723880" cy="1892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94" y="21600"/>
                  </a:moveTo>
                  <a:lnTo>
                    <a:pt x="1906" y="21600"/>
                  </a:lnTo>
                  <a:cubicBezTo>
                    <a:pt x="854" y="21600"/>
                    <a:pt x="0" y="16773"/>
                    <a:pt x="0" y="10800"/>
                  </a:cubicBezTo>
                  <a:lnTo>
                    <a:pt x="0" y="10800"/>
                  </a:lnTo>
                  <a:cubicBezTo>
                    <a:pt x="0" y="4842"/>
                    <a:pt x="852" y="0"/>
                    <a:pt x="1906" y="0"/>
                  </a:cubicBezTo>
                  <a:lnTo>
                    <a:pt x="19694" y="0"/>
                  </a:lnTo>
                  <a:cubicBezTo>
                    <a:pt x="20746" y="0"/>
                    <a:pt x="21600" y="4827"/>
                    <a:pt x="21600" y="10800"/>
                  </a:cubicBezTo>
                  <a:lnTo>
                    <a:pt x="21600" y="10800"/>
                  </a:lnTo>
                  <a:cubicBezTo>
                    <a:pt x="21597" y="16773"/>
                    <a:pt x="20746" y="21600"/>
                    <a:pt x="19694" y="21600"/>
                  </a:cubicBezTo>
                  <a:close/>
                </a:path>
              </a:pathLst>
            </a:custGeom>
            <a:solidFill>
              <a:schemeClr val="bg1"/>
            </a:solidFill>
            <a:ln w="25400">
              <a:solidFill>
                <a:schemeClr val="tx1"/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17" name="Shape">
              <a:extLst>
                <a:ext uri="{FF2B5EF4-FFF2-40B4-BE49-F238E27FC236}">
                  <a16:creationId xmlns:a16="http://schemas.microsoft.com/office/drawing/2014/main" id="{A028C544-E661-3048-953C-731350A438AE}"/>
                </a:ext>
              </a:extLst>
            </p:cNvPr>
            <p:cNvSpPr/>
            <p:nvPr userDrawn="1"/>
          </p:nvSpPr>
          <p:spPr>
            <a:xfrm>
              <a:off x="10706100" y="2431196"/>
              <a:ext cx="678192" cy="9634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31" extrusionOk="0">
                  <a:moveTo>
                    <a:pt x="4612" y="9667"/>
                  </a:moveTo>
                  <a:cubicBezTo>
                    <a:pt x="4612" y="9553"/>
                    <a:pt x="4571" y="9411"/>
                    <a:pt x="4571" y="9298"/>
                  </a:cubicBezTo>
                  <a:lnTo>
                    <a:pt x="4571" y="4245"/>
                  </a:lnTo>
                  <a:cubicBezTo>
                    <a:pt x="4571" y="3280"/>
                    <a:pt x="5016" y="2372"/>
                    <a:pt x="5784" y="1634"/>
                  </a:cubicBezTo>
                  <a:cubicBezTo>
                    <a:pt x="6189" y="1265"/>
                    <a:pt x="7038" y="1464"/>
                    <a:pt x="7038" y="1946"/>
                  </a:cubicBezTo>
                  <a:lnTo>
                    <a:pt x="7038" y="3961"/>
                  </a:lnTo>
                  <a:cubicBezTo>
                    <a:pt x="7038" y="4274"/>
                    <a:pt x="7402" y="4501"/>
                    <a:pt x="7807" y="4501"/>
                  </a:cubicBezTo>
                  <a:cubicBezTo>
                    <a:pt x="8211" y="4501"/>
                    <a:pt x="8575" y="4245"/>
                    <a:pt x="8575" y="3961"/>
                  </a:cubicBezTo>
                  <a:lnTo>
                    <a:pt x="8575" y="499"/>
                  </a:lnTo>
                  <a:cubicBezTo>
                    <a:pt x="8575" y="272"/>
                    <a:pt x="8818" y="73"/>
                    <a:pt x="9101" y="16"/>
                  </a:cubicBezTo>
                  <a:cubicBezTo>
                    <a:pt x="9101" y="16"/>
                    <a:pt x="9101" y="16"/>
                    <a:pt x="9101" y="16"/>
                  </a:cubicBezTo>
                  <a:cubicBezTo>
                    <a:pt x="9546" y="-69"/>
                    <a:pt x="9991" y="186"/>
                    <a:pt x="9991" y="499"/>
                  </a:cubicBezTo>
                  <a:lnTo>
                    <a:pt x="9991" y="3961"/>
                  </a:lnTo>
                  <a:cubicBezTo>
                    <a:pt x="9991" y="4274"/>
                    <a:pt x="10355" y="4501"/>
                    <a:pt x="10760" y="4501"/>
                  </a:cubicBezTo>
                  <a:cubicBezTo>
                    <a:pt x="11164" y="4501"/>
                    <a:pt x="11528" y="4245"/>
                    <a:pt x="11528" y="3961"/>
                  </a:cubicBezTo>
                  <a:lnTo>
                    <a:pt x="11528" y="499"/>
                  </a:lnTo>
                  <a:cubicBezTo>
                    <a:pt x="11528" y="186"/>
                    <a:pt x="11973" y="-69"/>
                    <a:pt x="12418" y="16"/>
                  </a:cubicBezTo>
                  <a:cubicBezTo>
                    <a:pt x="12418" y="16"/>
                    <a:pt x="12418" y="16"/>
                    <a:pt x="12418" y="16"/>
                  </a:cubicBezTo>
                  <a:cubicBezTo>
                    <a:pt x="12742" y="73"/>
                    <a:pt x="12944" y="272"/>
                    <a:pt x="12944" y="499"/>
                  </a:cubicBezTo>
                  <a:lnTo>
                    <a:pt x="12944" y="3961"/>
                  </a:lnTo>
                  <a:cubicBezTo>
                    <a:pt x="12944" y="4274"/>
                    <a:pt x="13308" y="4501"/>
                    <a:pt x="13712" y="4501"/>
                  </a:cubicBezTo>
                  <a:cubicBezTo>
                    <a:pt x="14157" y="4501"/>
                    <a:pt x="14481" y="4245"/>
                    <a:pt x="14481" y="3961"/>
                  </a:cubicBezTo>
                  <a:lnTo>
                    <a:pt x="14481" y="1975"/>
                  </a:lnTo>
                  <a:cubicBezTo>
                    <a:pt x="14481" y="1492"/>
                    <a:pt x="15330" y="1293"/>
                    <a:pt x="15735" y="1662"/>
                  </a:cubicBezTo>
                  <a:cubicBezTo>
                    <a:pt x="16503" y="2400"/>
                    <a:pt x="16948" y="3280"/>
                    <a:pt x="16948" y="4274"/>
                  </a:cubicBezTo>
                  <a:lnTo>
                    <a:pt x="16948" y="9326"/>
                  </a:lnTo>
                  <a:cubicBezTo>
                    <a:pt x="16948" y="9440"/>
                    <a:pt x="16948" y="9581"/>
                    <a:pt x="16908" y="9695"/>
                  </a:cubicBezTo>
                  <a:cubicBezTo>
                    <a:pt x="16624" y="11909"/>
                    <a:pt x="13834" y="13527"/>
                    <a:pt x="10719" y="13527"/>
                  </a:cubicBezTo>
                  <a:lnTo>
                    <a:pt x="10719" y="13527"/>
                  </a:lnTo>
                  <a:cubicBezTo>
                    <a:pt x="7645" y="13527"/>
                    <a:pt x="4854" y="11881"/>
                    <a:pt x="4612" y="9667"/>
                  </a:cubicBezTo>
                  <a:close/>
                  <a:moveTo>
                    <a:pt x="12540" y="17387"/>
                  </a:moveTo>
                  <a:cubicBezTo>
                    <a:pt x="17677" y="16819"/>
                    <a:pt x="21600" y="13697"/>
                    <a:pt x="21600" y="9922"/>
                  </a:cubicBezTo>
                  <a:lnTo>
                    <a:pt x="21600" y="5267"/>
                  </a:lnTo>
                  <a:cubicBezTo>
                    <a:pt x="21600" y="4870"/>
                    <a:pt x="21276" y="4472"/>
                    <a:pt x="20710" y="4359"/>
                  </a:cubicBezTo>
                  <a:cubicBezTo>
                    <a:pt x="19820" y="4160"/>
                    <a:pt x="19011" y="4614"/>
                    <a:pt x="19011" y="5210"/>
                  </a:cubicBezTo>
                  <a:lnTo>
                    <a:pt x="19011" y="9922"/>
                  </a:lnTo>
                  <a:cubicBezTo>
                    <a:pt x="19011" y="10064"/>
                    <a:pt x="19011" y="10206"/>
                    <a:pt x="18971" y="10348"/>
                  </a:cubicBezTo>
                  <a:cubicBezTo>
                    <a:pt x="18687" y="13243"/>
                    <a:pt x="15047" y="15400"/>
                    <a:pt x="10921" y="15400"/>
                  </a:cubicBezTo>
                  <a:lnTo>
                    <a:pt x="10679" y="15400"/>
                  </a:lnTo>
                  <a:cubicBezTo>
                    <a:pt x="6553" y="15400"/>
                    <a:pt x="2953" y="13243"/>
                    <a:pt x="2629" y="10348"/>
                  </a:cubicBezTo>
                  <a:cubicBezTo>
                    <a:pt x="2629" y="10206"/>
                    <a:pt x="2589" y="10064"/>
                    <a:pt x="2589" y="9922"/>
                  </a:cubicBezTo>
                  <a:lnTo>
                    <a:pt x="2589" y="5267"/>
                  </a:lnTo>
                  <a:cubicBezTo>
                    <a:pt x="2589" y="4870"/>
                    <a:pt x="2265" y="4472"/>
                    <a:pt x="1699" y="4359"/>
                  </a:cubicBezTo>
                  <a:cubicBezTo>
                    <a:pt x="809" y="4160"/>
                    <a:pt x="0" y="4614"/>
                    <a:pt x="0" y="5210"/>
                  </a:cubicBezTo>
                  <a:lnTo>
                    <a:pt x="0" y="9922"/>
                  </a:lnTo>
                  <a:cubicBezTo>
                    <a:pt x="0" y="13669"/>
                    <a:pt x="3924" y="16819"/>
                    <a:pt x="9060" y="17387"/>
                  </a:cubicBezTo>
                  <a:cubicBezTo>
                    <a:pt x="9060" y="17387"/>
                    <a:pt x="9060" y="17387"/>
                    <a:pt x="9060" y="17387"/>
                  </a:cubicBezTo>
                  <a:lnTo>
                    <a:pt x="9060" y="19118"/>
                  </a:lnTo>
                  <a:cubicBezTo>
                    <a:pt x="9060" y="19118"/>
                    <a:pt x="9060" y="19118"/>
                    <a:pt x="9060" y="19118"/>
                  </a:cubicBezTo>
                  <a:lnTo>
                    <a:pt x="3762" y="19118"/>
                  </a:lnTo>
                  <a:cubicBezTo>
                    <a:pt x="2912" y="19118"/>
                    <a:pt x="2144" y="19516"/>
                    <a:pt x="1982" y="20112"/>
                  </a:cubicBezTo>
                  <a:cubicBezTo>
                    <a:pt x="1780" y="20878"/>
                    <a:pt x="2629" y="21531"/>
                    <a:pt x="3640" y="21531"/>
                  </a:cubicBezTo>
                  <a:lnTo>
                    <a:pt x="17878" y="21531"/>
                  </a:lnTo>
                  <a:cubicBezTo>
                    <a:pt x="18849" y="21531"/>
                    <a:pt x="19618" y="20963"/>
                    <a:pt x="19577" y="20282"/>
                  </a:cubicBezTo>
                  <a:cubicBezTo>
                    <a:pt x="19537" y="19629"/>
                    <a:pt x="18687" y="19147"/>
                    <a:pt x="17757" y="19147"/>
                  </a:cubicBezTo>
                  <a:lnTo>
                    <a:pt x="12458" y="19147"/>
                  </a:lnTo>
                  <a:cubicBezTo>
                    <a:pt x="12458" y="19147"/>
                    <a:pt x="12458" y="19147"/>
                    <a:pt x="12458" y="19147"/>
                  </a:cubicBezTo>
                  <a:lnTo>
                    <a:pt x="12540" y="17387"/>
                  </a:lnTo>
                  <a:cubicBezTo>
                    <a:pt x="12540" y="17387"/>
                    <a:pt x="12540" y="17387"/>
                    <a:pt x="12540" y="17387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C7E228BF-1CA5-4856-ADE1-3CF4E8475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590" y="2875469"/>
            <a:ext cx="5026822" cy="1539024"/>
          </a:xfrm>
        </p:spPr>
        <p:txBody>
          <a:bodyPr anchor="ctr">
            <a:normAutofit/>
          </a:bodyPr>
          <a:lstStyle>
            <a:lvl1pPr>
              <a:defRPr sz="33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5560DB-B208-41C1-AC26-ACACF8AE7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0590" y="4589464"/>
            <a:ext cx="474148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5F7726-490E-F144-BEAF-BCE5ABFF27D8}"/>
              </a:ext>
            </a:extLst>
          </p:cNvPr>
          <p:cNvGrpSpPr/>
          <p:nvPr userDrawn="1"/>
        </p:nvGrpSpPr>
        <p:grpSpPr>
          <a:xfrm>
            <a:off x="0" y="6237769"/>
            <a:ext cx="9144000" cy="629637"/>
            <a:chOff x="0" y="6237768"/>
            <a:chExt cx="12192000" cy="629637"/>
          </a:xfrm>
        </p:grpSpPr>
        <p:sp>
          <p:nvSpPr>
            <p:cNvPr id="19" name="Shape">
              <a:extLst>
                <a:ext uri="{FF2B5EF4-FFF2-40B4-BE49-F238E27FC236}">
                  <a16:creationId xmlns:a16="http://schemas.microsoft.com/office/drawing/2014/main" id="{DF358DAD-910C-4C4B-9E4B-4CC5FCB567D2}"/>
                </a:ext>
              </a:extLst>
            </p:cNvPr>
            <p:cNvSpPr/>
            <p:nvPr/>
          </p:nvSpPr>
          <p:spPr>
            <a:xfrm>
              <a:off x="6096000" y="6237768"/>
              <a:ext cx="6096000" cy="629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extrusionOk="0">
                  <a:moveTo>
                    <a:pt x="21600" y="21216"/>
                  </a:moveTo>
                  <a:lnTo>
                    <a:pt x="10800" y="21216"/>
                  </a:lnTo>
                  <a:lnTo>
                    <a:pt x="0" y="21216"/>
                  </a:lnTo>
                  <a:lnTo>
                    <a:pt x="20712" y="33"/>
                  </a:lnTo>
                  <a:cubicBezTo>
                    <a:pt x="21188" y="-384"/>
                    <a:pt x="21600" y="3179"/>
                    <a:pt x="21600" y="7704"/>
                  </a:cubicBezTo>
                  <a:lnTo>
                    <a:pt x="21600" y="21216"/>
                  </a:ln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20" name="Shape">
              <a:extLst>
                <a:ext uri="{FF2B5EF4-FFF2-40B4-BE49-F238E27FC236}">
                  <a16:creationId xmlns:a16="http://schemas.microsoft.com/office/drawing/2014/main" id="{6C96F48B-4F92-D846-8836-26981889D7D2}"/>
                </a:ext>
              </a:extLst>
            </p:cNvPr>
            <p:cNvSpPr/>
            <p:nvPr/>
          </p:nvSpPr>
          <p:spPr>
            <a:xfrm>
              <a:off x="3048000" y="6237768"/>
              <a:ext cx="6096000" cy="629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extrusionOk="0">
                  <a:moveTo>
                    <a:pt x="21600" y="21216"/>
                  </a:moveTo>
                  <a:lnTo>
                    <a:pt x="10800" y="21216"/>
                  </a:lnTo>
                  <a:lnTo>
                    <a:pt x="0" y="21216"/>
                  </a:lnTo>
                  <a:lnTo>
                    <a:pt x="20712" y="33"/>
                  </a:lnTo>
                  <a:cubicBezTo>
                    <a:pt x="21188" y="-384"/>
                    <a:pt x="21600" y="3179"/>
                    <a:pt x="21600" y="7704"/>
                  </a:cubicBezTo>
                  <a:lnTo>
                    <a:pt x="21600" y="21216"/>
                  </a:ln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21" name="Shape">
              <a:extLst>
                <a:ext uri="{FF2B5EF4-FFF2-40B4-BE49-F238E27FC236}">
                  <a16:creationId xmlns:a16="http://schemas.microsoft.com/office/drawing/2014/main" id="{0536D426-C192-D746-97B7-993997F262DF}"/>
                </a:ext>
              </a:extLst>
            </p:cNvPr>
            <p:cNvSpPr/>
            <p:nvPr/>
          </p:nvSpPr>
          <p:spPr>
            <a:xfrm>
              <a:off x="0" y="6237768"/>
              <a:ext cx="6096000" cy="629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extrusionOk="0">
                  <a:moveTo>
                    <a:pt x="21600" y="21216"/>
                  </a:moveTo>
                  <a:lnTo>
                    <a:pt x="10800" y="21216"/>
                  </a:lnTo>
                  <a:lnTo>
                    <a:pt x="0" y="21216"/>
                  </a:lnTo>
                  <a:lnTo>
                    <a:pt x="20712" y="33"/>
                  </a:lnTo>
                  <a:cubicBezTo>
                    <a:pt x="21188" y="-384"/>
                    <a:pt x="21600" y="3179"/>
                    <a:pt x="21600" y="7704"/>
                  </a:cubicBezTo>
                  <a:lnTo>
                    <a:pt x="21600" y="21216"/>
                  </a:ln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22" name="Shape">
              <a:extLst>
                <a:ext uri="{FF2B5EF4-FFF2-40B4-BE49-F238E27FC236}">
                  <a16:creationId xmlns:a16="http://schemas.microsoft.com/office/drawing/2014/main" id="{2EE8D323-610C-9F42-820B-0373D880EC14}"/>
                </a:ext>
              </a:extLst>
            </p:cNvPr>
            <p:cNvSpPr/>
            <p:nvPr/>
          </p:nvSpPr>
          <p:spPr>
            <a:xfrm>
              <a:off x="0" y="6237768"/>
              <a:ext cx="3048001" cy="629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extrusionOk="0">
                  <a:moveTo>
                    <a:pt x="19825" y="33"/>
                  </a:moveTo>
                  <a:lnTo>
                    <a:pt x="0" y="10175"/>
                  </a:lnTo>
                  <a:lnTo>
                    <a:pt x="0" y="21216"/>
                  </a:lnTo>
                  <a:lnTo>
                    <a:pt x="21600" y="21216"/>
                  </a:lnTo>
                  <a:lnTo>
                    <a:pt x="21600" y="7704"/>
                  </a:lnTo>
                  <a:cubicBezTo>
                    <a:pt x="21600" y="3179"/>
                    <a:pt x="20776" y="-384"/>
                    <a:pt x="19825" y="33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</p:grpSp>
    </p:spTree>
    <p:extLst>
      <p:ext uri="{BB962C8B-B14F-4D97-AF65-F5344CB8AC3E}">
        <p14:creationId xmlns:p14="http://schemas.microsoft.com/office/powerpoint/2010/main" val="3809755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E119574-A2B5-7749-8470-B3F1BDA0F988}"/>
              </a:ext>
            </a:extLst>
          </p:cNvPr>
          <p:cNvGrpSpPr/>
          <p:nvPr userDrawn="1"/>
        </p:nvGrpSpPr>
        <p:grpSpPr>
          <a:xfrm>
            <a:off x="1" y="768350"/>
            <a:ext cx="7308296" cy="6089650"/>
            <a:chOff x="0" y="-629503"/>
            <a:chExt cx="11981186" cy="7487501"/>
          </a:xfrm>
        </p:grpSpPr>
        <p:sp>
          <p:nvSpPr>
            <p:cNvPr id="15" name="Shape">
              <a:extLst>
                <a:ext uri="{FF2B5EF4-FFF2-40B4-BE49-F238E27FC236}">
                  <a16:creationId xmlns:a16="http://schemas.microsoft.com/office/drawing/2014/main" id="{0ACA5182-944C-824A-9962-DF2651660B5E}"/>
                </a:ext>
              </a:extLst>
            </p:cNvPr>
            <p:cNvSpPr/>
            <p:nvPr userDrawn="1"/>
          </p:nvSpPr>
          <p:spPr>
            <a:xfrm>
              <a:off x="0" y="-629503"/>
              <a:ext cx="10160006" cy="7487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9" extrusionOk="0">
                  <a:moveTo>
                    <a:pt x="21600" y="21489"/>
                  </a:moveTo>
                  <a:lnTo>
                    <a:pt x="0" y="21489"/>
                  </a:lnTo>
                  <a:lnTo>
                    <a:pt x="0" y="2517"/>
                  </a:lnTo>
                  <a:lnTo>
                    <a:pt x="19826" y="9"/>
                  </a:lnTo>
                  <a:cubicBezTo>
                    <a:pt x="20779" y="-111"/>
                    <a:pt x="21600" y="899"/>
                    <a:pt x="21600" y="2189"/>
                  </a:cubicBezTo>
                  <a:lnTo>
                    <a:pt x="21600" y="21489"/>
                  </a:ln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16" name="Shape">
              <a:extLst>
                <a:ext uri="{FF2B5EF4-FFF2-40B4-BE49-F238E27FC236}">
                  <a16:creationId xmlns:a16="http://schemas.microsoft.com/office/drawing/2014/main" id="{9092DBE8-4DEB-4D41-984C-33EDC24BDC76}"/>
                </a:ext>
              </a:extLst>
            </p:cNvPr>
            <p:cNvSpPr/>
            <p:nvPr userDrawn="1"/>
          </p:nvSpPr>
          <p:spPr>
            <a:xfrm>
              <a:off x="1257300" y="1961295"/>
              <a:ext cx="10723886" cy="18923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94" y="21600"/>
                  </a:moveTo>
                  <a:lnTo>
                    <a:pt x="1906" y="21600"/>
                  </a:lnTo>
                  <a:cubicBezTo>
                    <a:pt x="854" y="21600"/>
                    <a:pt x="0" y="16773"/>
                    <a:pt x="0" y="10800"/>
                  </a:cubicBezTo>
                  <a:lnTo>
                    <a:pt x="0" y="10800"/>
                  </a:lnTo>
                  <a:cubicBezTo>
                    <a:pt x="0" y="4842"/>
                    <a:pt x="852" y="0"/>
                    <a:pt x="1906" y="0"/>
                  </a:cubicBezTo>
                  <a:lnTo>
                    <a:pt x="19694" y="0"/>
                  </a:lnTo>
                  <a:cubicBezTo>
                    <a:pt x="20746" y="0"/>
                    <a:pt x="21600" y="4827"/>
                    <a:pt x="21600" y="10800"/>
                  </a:cubicBezTo>
                  <a:lnTo>
                    <a:pt x="21600" y="10800"/>
                  </a:lnTo>
                  <a:cubicBezTo>
                    <a:pt x="21597" y="16773"/>
                    <a:pt x="20746" y="21600"/>
                    <a:pt x="19694" y="21600"/>
                  </a:cubicBezTo>
                  <a:close/>
                </a:path>
              </a:pathLst>
            </a:custGeom>
            <a:solidFill>
              <a:schemeClr val="bg1"/>
            </a:solidFill>
            <a:ln w="25400">
              <a:solidFill>
                <a:schemeClr val="tx1"/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17" name="Shape">
              <a:extLst>
                <a:ext uri="{FF2B5EF4-FFF2-40B4-BE49-F238E27FC236}">
                  <a16:creationId xmlns:a16="http://schemas.microsoft.com/office/drawing/2014/main" id="{A028C544-E661-3048-953C-731350A438AE}"/>
                </a:ext>
              </a:extLst>
            </p:cNvPr>
            <p:cNvSpPr/>
            <p:nvPr userDrawn="1"/>
          </p:nvSpPr>
          <p:spPr>
            <a:xfrm>
              <a:off x="10706100" y="2431197"/>
              <a:ext cx="678192" cy="9634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31" extrusionOk="0">
                  <a:moveTo>
                    <a:pt x="4612" y="9667"/>
                  </a:moveTo>
                  <a:cubicBezTo>
                    <a:pt x="4612" y="9553"/>
                    <a:pt x="4571" y="9411"/>
                    <a:pt x="4571" y="9298"/>
                  </a:cubicBezTo>
                  <a:lnTo>
                    <a:pt x="4571" y="4245"/>
                  </a:lnTo>
                  <a:cubicBezTo>
                    <a:pt x="4571" y="3280"/>
                    <a:pt x="5016" y="2372"/>
                    <a:pt x="5784" y="1634"/>
                  </a:cubicBezTo>
                  <a:cubicBezTo>
                    <a:pt x="6189" y="1265"/>
                    <a:pt x="7038" y="1464"/>
                    <a:pt x="7038" y="1946"/>
                  </a:cubicBezTo>
                  <a:lnTo>
                    <a:pt x="7038" y="3961"/>
                  </a:lnTo>
                  <a:cubicBezTo>
                    <a:pt x="7038" y="4274"/>
                    <a:pt x="7402" y="4501"/>
                    <a:pt x="7807" y="4501"/>
                  </a:cubicBezTo>
                  <a:cubicBezTo>
                    <a:pt x="8211" y="4501"/>
                    <a:pt x="8575" y="4245"/>
                    <a:pt x="8575" y="3961"/>
                  </a:cubicBezTo>
                  <a:lnTo>
                    <a:pt x="8575" y="499"/>
                  </a:lnTo>
                  <a:cubicBezTo>
                    <a:pt x="8575" y="272"/>
                    <a:pt x="8818" y="73"/>
                    <a:pt x="9101" y="16"/>
                  </a:cubicBezTo>
                  <a:cubicBezTo>
                    <a:pt x="9101" y="16"/>
                    <a:pt x="9101" y="16"/>
                    <a:pt x="9101" y="16"/>
                  </a:cubicBezTo>
                  <a:cubicBezTo>
                    <a:pt x="9546" y="-69"/>
                    <a:pt x="9991" y="186"/>
                    <a:pt x="9991" y="499"/>
                  </a:cubicBezTo>
                  <a:lnTo>
                    <a:pt x="9991" y="3961"/>
                  </a:lnTo>
                  <a:cubicBezTo>
                    <a:pt x="9991" y="4274"/>
                    <a:pt x="10355" y="4501"/>
                    <a:pt x="10760" y="4501"/>
                  </a:cubicBezTo>
                  <a:cubicBezTo>
                    <a:pt x="11164" y="4501"/>
                    <a:pt x="11528" y="4245"/>
                    <a:pt x="11528" y="3961"/>
                  </a:cubicBezTo>
                  <a:lnTo>
                    <a:pt x="11528" y="499"/>
                  </a:lnTo>
                  <a:cubicBezTo>
                    <a:pt x="11528" y="186"/>
                    <a:pt x="11973" y="-69"/>
                    <a:pt x="12418" y="16"/>
                  </a:cubicBezTo>
                  <a:cubicBezTo>
                    <a:pt x="12418" y="16"/>
                    <a:pt x="12418" y="16"/>
                    <a:pt x="12418" y="16"/>
                  </a:cubicBezTo>
                  <a:cubicBezTo>
                    <a:pt x="12742" y="73"/>
                    <a:pt x="12944" y="272"/>
                    <a:pt x="12944" y="499"/>
                  </a:cubicBezTo>
                  <a:lnTo>
                    <a:pt x="12944" y="3961"/>
                  </a:lnTo>
                  <a:cubicBezTo>
                    <a:pt x="12944" y="4274"/>
                    <a:pt x="13308" y="4501"/>
                    <a:pt x="13712" y="4501"/>
                  </a:cubicBezTo>
                  <a:cubicBezTo>
                    <a:pt x="14157" y="4501"/>
                    <a:pt x="14481" y="4245"/>
                    <a:pt x="14481" y="3961"/>
                  </a:cubicBezTo>
                  <a:lnTo>
                    <a:pt x="14481" y="1975"/>
                  </a:lnTo>
                  <a:cubicBezTo>
                    <a:pt x="14481" y="1492"/>
                    <a:pt x="15330" y="1293"/>
                    <a:pt x="15735" y="1662"/>
                  </a:cubicBezTo>
                  <a:cubicBezTo>
                    <a:pt x="16503" y="2400"/>
                    <a:pt x="16948" y="3280"/>
                    <a:pt x="16948" y="4274"/>
                  </a:cubicBezTo>
                  <a:lnTo>
                    <a:pt x="16948" y="9326"/>
                  </a:lnTo>
                  <a:cubicBezTo>
                    <a:pt x="16948" y="9440"/>
                    <a:pt x="16948" y="9581"/>
                    <a:pt x="16908" y="9695"/>
                  </a:cubicBezTo>
                  <a:cubicBezTo>
                    <a:pt x="16624" y="11909"/>
                    <a:pt x="13834" y="13527"/>
                    <a:pt x="10719" y="13527"/>
                  </a:cubicBezTo>
                  <a:lnTo>
                    <a:pt x="10719" y="13527"/>
                  </a:lnTo>
                  <a:cubicBezTo>
                    <a:pt x="7645" y="13527"/>
                    <a:pt x="4854" y="11881"/>
                    <a:pt x="4612" y="9667"/>
                  </a:cubicBezTo>
                  <a:close/>
                  <a:moveTo>
                    <a:pt x="12540" y="17387"/>
                  </a:moveTo>
                  <a:cubicBezTo>
                    <a:pt x="17677" y="16819"/>
                    <a:pt x="21600" y="13697"/>
                    <a:pt x="21600" y="9922"/>
                  </a:cubicBezTo>
                  <a:lnTo>
                    <a:pt x="21600" y="5267"/>
                  </a:lnTo>
                  <a:cubicBezTo>
                    <a:pt x="21600" y="4870"/>
                    <a:pt x="21276" y="4472"/>
                    <a:pt x="20710" y="4359"/>
                  </a:cubicBezTo>
                  <a:cubicBezTo>
                    <a:pt x="19820" y="4160"/>
                    <a:pt x="19011" y="4614"/>
                    <a:pt x="19011" y="5210"/>
                  </a:cubicBezTo>
                  <a:lnTo>
                    <a:pt x="19011" y="9922"/>
                  </a:lnTo>
                  <a:cubicBezTo>
                    <a:pt x="19011" y="10064"/>
                    <a:pt x="19011" y="10206"/>
                    <a:pt x="18971" y="10348"/>
                  </a:cubicBezTo>
                  <a:cubicBezTo>
                    <a:pt x="18687" y="13243"/>
                    <a:pt x="15047" y="15400"/>
                    <a:pt x="10921" y="15400"/>
                  </a:cubicBezTo>
                  <a:lnTo>
                    <a:pt x="10679" y="15400"/>
                  </a:lnTo>
                  <a:cubicBezTo>
                    <a:pt x="6553" y="15400"/>
                    <a:pt x="2953" y="13243"/>
                    <a:pt x="2629" y="10348"/>
                  </a:cubicBezTo>
                  <a:cubicBezTo>
                    <a:pt x="2629" y="10206"/>
                    <a:pt x="2589" y="10064"/>
                    <a:pt x="2589" y="9922"/>
                  </a:cubicBezTo>
                  <a:lnTo>
                    <a:pt x="2589" y="5267"/>
                  </a:lnTo>
                  <a:cubicBezTo>
                    <a:pt x="2589" y="4870"/>
                    <a:pt x="2265" y="4472"/>
                    <a:pt x="1699" y="4359"/>
                  </a:cubicBezTo>
                  <a:cubicBezTo>
                    <a:pt x="809" y="4160"/>
                    <a:pt x="0" y="4614"/>
                    <a:pt x="0" y="5210"/>
                  </a:cubicBezTo>
                  <a:lnTo>
                    <a:pt x="0" y="9922"/>
                  </a:lnTo>
                  <a:cubicBezTo>
                    <a:pt x="0" y="13669"/>
                    <a:pt x="3924" y="16819"/>
                    <a:pt x="9060" y="17387"/>
                  </a:cubicBezTo>
                  <a:cubicBezTo>
                    <a:pt x="9060" y="17387"/>
                    <a:pt x="9060" y="17387"/>
                    <a:pt x="9060" y="17387"/>
                  </a:cubicBezTo>
                  <a:lnTo>
                    <a:pt x="9060" y="19118"/>
                  </a:lnTo>
                  <a:cubicBezTo>
                    <a:pt x="9060" y="19118"/>
                    <a:pt x="9060" y="19118"/>
                    <a:pt x="9060" y="19118"/>
                  </a:cubicBezTo>
                  <a:lnTo>
                    <a:pt x="3762" y="19118"/>
                  </a:lnTo>
                  <a:cubicBezTo>
                    <a:pt x="2912" y="19118"/>
                    <a:pt x="2144" y="19516"/>
                    <a:pt x="1982" y="20112"/>
                  </a:cubicBezTo>
                  <a:cubicBezTo>
                    <a:pt x="1780" y="20878"/>
                    <a:pt x="2629" y="21531"/>
                    <a:pt x="3640" y="21531"/>
                  </a:cubicBezTo>
                  <a:lnTo>
                    <a:pt x="17878" y="21531"/>
                  </a:lnTo>
                  <a:cubicBezTo>
                    <a:pt x="18849" y="21531"/>
                    <a:pt x="19618" y="20963"/>
                    <a:pt x="19577" y="20282"/>
                  </a:cubicBezTo>
                  <a:cubicBezTo>
                    <a:pt x="19537" y="19629"/>
                    <a:pt x="18687" y="19147"/>
                    <a:pt x="17757" y="19147"/>
                  </a:cubicBezTo>
                  <a:lnTo>
                    <a:pt x="12458" y="19147"/>
                  </a:lnTo>
                  <a:cubicBezTo>
                    <a:pt x="12458" y="19147"/>
                    <a:pt x="12458" y="19147"/>
                    <a:pt x="12458" y="19147"/>
                  </a:cubicBezTo>
                  <a:lnTo>
                    <a:pt x="12540" y="17387"/>
                  </a:lnTo>
                  <a:cubicBezTo>
                    <a:pt x="12540" y="17387"/>
                    <a:pt x="12540" y="17387"/>
                    <a:pt x="12540" y="17387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C7E228BF-1CA5-4856-ADE1-3CF4E8475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590" y="2875469"/>
            <a:ext cx="5026822" cy="1539024"/>
          </a:xfrm>
        </p:spPr>
        <p:txBody>
          <a:bodyPr anchor="ctr">
            <a:normAutofit/>
          </a:bodyPr>
          <a:lstStyle>
            <a:lvl1pPr>
              <a:defRPr sz="33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5560DB-B208-41C1-AC26-ACACF8AE7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0590" y="4589464"/>
            <a:ext cx="474148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5F7726-490E-F144-BEAF-BCE5ABFF27D8}"/>
              </a:ext>
            </a:extLst>
          </p:cNvPr>
          <p:cNvGrpSpPr/>
          <p:nvPr userDrawn="1"/>
        </p:nvGrpSpPr>
        <p:grpSpPr>
          <a:xfrm>
            <a:off x="0" y="6237769"/>
            <a:ext cx="9144000" cy="629637"/>
            <a:chOff x="0" y="6237768"/>
            <a:chExt cx="12192000" cy="629637"/>
          </a:xfrm>
        </p:grpSpPr>
        <p:sp>
          <p:nvSpPr>
            <p:cNvPr id="19" name="Shape">
              <a:extLst>
                <a:ext uri="{FF2B5EF4-FFF2-40B4-BE49-F238E27FC236}">
                  <a16:creationId xmlns:a16="http://schemas.microsoft.com/office/drawing/2014/main" id="{DF358DAD-910C-4C4B-9E4B-4CC5FCB567D2}"/>
                </a:ext>
              </a:extLst>
            </p:cNvPr>
            <p:cNvSpPr/>
            <p:nvPr/>
          </p:nvSpPr>
          <p:spPr>
            <a:xfrm>
              <a:off x="6096000" y="6237768"/>
              <a:ext cx="6096000" cy="629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extrusionOk="0">
                  <a:moveTo>
                    <a:pt x="21600" y="21216"/>
                  </a:moveTo>
                  <a:lnTo>
                    <a:pt x="10800" y="21216"/>
                  </a:lnTo>
                  <a:lnTo>
                    <a:pt x="0" y="21216"/>
                  </a:lnTo>
                  <a:lnTo>
                    <a:pt x="20712" y="33"/>
                  </a:lnTo>
                  <a:cubicBezTo>
                    <a:pt x="21188" y="-384"/>
                    <a:pt x="21600" y="3179"/>
                    <a:pt x="21600" y="7704"/>
                  </a:cubicBezTo>
                  <a:lnTo>
                    <a:pt x="21600" y="21216"/>
                  </a:ln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20" name="Shape">
              <a:extLst>
                <a:ext uri="{FF2B5EF4-FFF2-40B4-BE49-F238E27FC236}">
                  <a16:creationId xmlns:a16="http://schemas.microsoft.com/office/drawing/2014/main" id="{6C96F48B-4F92-D846-8836-26981889D7D2}"/>
                </a:ext>
              </a:extLst>
            </p:cNvPr>
            <p:cNvSpPr/>
            <p:nvPr userDrawn="1"/>
          </p:nvSpPr>
          <p:spPr>
            <a:xfrm>
              <a:off x="3048000" y="6237768"/>
              <a:ext cx="6096000" cy="629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extrusionOk="0">
                  <a:moveTo>
                    <a:pt x="21600" y="21216"/>
                  </a:moveTo>
                  <a:lnTo>
                    <a:pt x="10800" y="21216"/>
                  </a:lnTo>
                  <a:lnTo>
                    <a:pt x="0" y="21216"/>
                  </a:lnTo>
                  <a:lnTo>
                    <a:pt x="20712" y="33"/>
                  </a:lnTo>
                  <a:cubicBezTo>
                    <a:pt x="21188" y="-384"/>
                    <a:pt x="21600" y="3179"/>
                    <a:pt x="21600" y="7704"/>
                  </a:cubicBezTo>
                  <a:lnTo>
                    <a:pt x="21600" y="21216"/>
                  </a:ln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 dirty="0"/>
            </a:p>
          </p:txBody>
        </p:sp>
        <p:sp>
          <p:nvSpPr>
            <p:cNvPr id="21" name="Shape">
              <a:extLst>
                <a:ext uri="{FF2B5EF4-FFF2-40B4-BE49-F238E27FC236}">
                  <a16:creationId xmlns:a16="http://schemas.microsoft.com/office/drawing/2014/main" id="{0536D426-C192-D746-97B7-993997F262DF}"/>
                </a:ext>
              </a:extLst>
            </p:cNvPr>
            <p:cNvSpPr/>
            <p:nvPr/>
          </p:nvSpPr>
          <p:spPr>
            <a:xfrm>
              <a:off x="0" y="6237768"/>
              <a:ext cx="6096000" cy="629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extrusionOk="0">
                  <a:moveTo>
                    <a:pt x="21600" y="21216"/>
                  </a:moveTo>
                  <a:lnTo>
                    <a:pt x="10800" y="21216"/>
                  </a:lnTo>
                  <a:lnTo>
                    <a:pt x="0" y="21216"/>
                  </a:lnTo>
                  <a:lnTo>
                    <a:pt x="20712" y="33"/>
                  </a:lnTo>
                  <a:cubicBezTo>
                    <a:pt x="21188" y="-384"/>
                    <a:pt x="21600" y="3179"/>
                    <a:pt x="21600" y="7704"/>
                  </a:cubicBezTo>
                  <a:lnTo>
                    <a:pt x="21600" y="21216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22" name="Shape">
              <a:extLst>
                <a:ext uri="{FF2B5EF4-FFF2-40B4-BE49-F238E27FC236}">
                  <a16:creationId xmlns:a16="http://schemas.microsoft.com/office/drawing/2014/main" id="{2EE8D323-610C-9F42-820B-0373D880EC14}"/>
                </a:ext>
              </a:extLst>
            </p:cNvPr>
            <p:cNvSpPr/>
            <p:nvPr/>
          </p:nvSpPr>
          <p:spPr>
            <a:xfrm>
              <a:off x="0" y="6237768"/>
              <a:ext cx="3048001" cy="629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extrusionOk="0">
                  <a:moveTo>
                    <a:pt x="19825" y="33"/>
                  </a:moveTo>
                  <a:lnTo>
                    <a:pt x="0" y="10175"/>
                  </a:lnTo>
                  <a:lnTo>
                    <a:pt x="0" y="21216"/>
                  </a:lnTo>
                  <a:lnTo>
                    <a:pt x="21600" y="21216"/>
                  </a:lnTo>
                  <a:lnTo>
                    <a:pt x="21600" y="7704"/>
                  </a:lnTo>
                  <a:cubicBezTo>
                    <a:pt x="21600" y="3179"/>
                    <a:pt x="20776" y="-384"/>
                    <a:pt x="19825" y="33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</p:grpSp>
    </p:spTree>
    <p:extLst>
      <p:ext uri="{BB962C8B-B14F-4D97-AF65-F5344CB8AC3E}">
        <p14:creationId xmlns:p14="http://schemas.microsoft.com/office/powerpoint/2010/main" val="13064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E119574-A2B5-7749-8470-B3F1BDA0F988}"/>
              </a:ext>
            </a:extLst>
          </p:cNvPr>
          <p:cNvGrpSpPr/>
          <p:nvPr userDrawn="1"/>
        </p:nvGrpSpPr>
        <p:grpSpPr>
          <a:xfrm>
            <a:off x="1" y="768350"/>
            <a:ext cx="7308296" cy="6089650"/>
            <a:chOff x="0" y="-629503"/>
            <a:chExt cx="11981179" cy="7487503"/>
          </a:xfrm>
        </p:grpSpPr>
        <p:sp>
          <p:nvSpPr>
            <p:cNvPr id="15" name="Shape">
              <a:extLst>
                <a:ext uri="{FF2B5EF4-FFF2-40B4-BE49-F238E27FC236}">
                  <a16:creationId xmlns:a16="http://schemas.microsoft.com/office/drawing/2014/main" id="{0ACA5182-944C-824A-9962-DF2651660B5E}"/>
                </a:ext>
              </a:extLst>
            </p:cNvPr>
            <p:cNvSpPr/>
            <p:nvPr userDrawn="1"/>
          </p:nvSpPr>
          <p:spPr>
            <a:xfrm>
              <a:off x="0" y="-629503"/>
              <a:ext cx="10160000" cy="7487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9" extrusionOk="0">
                  <a:moveTo>
                    <a:pt x="21600" y="21489"/>
                  </a:moveTo>
                  <a:lnTo>
                    <a:pt x="0" y="21489"/>
                  </a:lnTo>
                  <a:lnTo>
                    <a:pt x="0" y="2517"/>
                  </a:lnTo>
                  <a:lnTo>
                    <a:pt x="19826" y="9"/>
                  </a:lnTo>
                  <a:cubicBezTo>
                    <a:pt x="20779" y="-111"/>
                    <a:pt x="21600" y="899"/>
                    <a:pt x="21600" y="2189"/>
                  </a:cubicBezTo>
                  <a:lnTo>
                    <a:pt x="21600" y="21489"/>
                  </a:ln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16" name="Shape">
              <a:extLst>
                <a:ext uri="{FF2B5EF4-FFF2-40B4-BE49-F238E27FC236}">
                  <a16:creationId xmlns:a16="http://schemas.microsoft.com/office/drawing/2014/main" id="{9092DBE8-4DEB-4D41-984C-33EDC24BDC76}"/>
                </a:ext>
              </a:extLst>
            </p:cNvPr>
            <p:cNvSpPr/>
            <p:nvPr userDrawn="1"/>
          </p:nvSpPr>
          <p:spPr>
            <a:xfrm>
              <a:off x="1257299" y="1961296"/>
              <a:ext cx="10723880" cy="1892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94" y="21600"/>
                  </a:moveTo>
                  <a:lnTo>
                    <a:pt x="1906" y="21600"/>
                  </a:lnTo>
                  <a:cubicBezTo>
                    <a:pt x="854" y="21600"/>
                    <a:pt x="0" y="16773"/>
                    <a:pt x="0" y="10800"/>
                  </a:cubicBezTo>
                  <a:lnTo>
                    <a:pt x="0" y="10800"/>
                  </a:lnTo>
                  <a:cubicBezTo>
                    <a:pt x="0" y="4842"/>
                    <a:pt x="852" y="0"/>
                    <a:pt x="1906" y="0"/>
                  </a:cubicBezTo>
                  <a:lnTo>
                    <a:pt x="19694" y="0"/>
                  </a:lnTo>
                  <a:cubicBezTo>
                    <a:pt x="20746" y="0"/>
                    <a:pt x="21600" y="4827"/>
                    <a:pt x="21600" y="10800"/>
                  </a:cubicBezTo>
                  <a:lnTo>
                    <a:pt x="21600" y="10800"/>
                  </a:lnTo>
                  <a:cubicBezTo>
                    <a:pt x="21597" y="16773"/>
                    <a:pt x="20746" y="21600"/>
                    <a:pt x="19694" y="21600"/>
                  </a:cubicBezTo>
                  <a:close/>
                </a:path>
              </a:pathLst>
            </a:custGeom>
            <a:solidFill>
              <a:schemeClr val="bg1"/>
            </a:solidFill>
            <a:ln w="25400">
              <a:solidFill>
                <a:schemeClr val="tx1"/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17" name="Shape">
              <a:extLst>
                <a:ext uri="{FF2B5EF4-FFF2-40B4-BE49-F238E27FC236}">
                  <a16:creationId xmlns:a16="http://schemas.microsoft.com/office/drawing/2014/main" id="{A028C544-E661-3048-953C-731350A438AE}"/>
                </a:ext>
              </a:extLst>
            </p:cNvPr>
            <p:cNvSpPr/>
            <p:nvPr userDrawn="1"/>
          </p:nvSpPr>
          <p:spPr>
            <a:xfrm>
              <a:off x="10706100" y="2431196"/>
              <a:ext cx="678192" cy="9634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31" extrusionOk="0">
                  <a:moveTo>
                    <a:pt x="4612" y="9667"/>
                  </a:moveTo>
                  <a:cubicBezTo>
                    <a:pt x="4612" y="9553"/>
                    <a:pt x="4571" y="9411"/>
                    <a:pt x="4571" y="9298"/>
                  </a:cubicBezTo>
                  <a:lnTo>
                    <a:pt x="4571" y="4245"/>
                  </a:lnTo>
                  <a:cubicBezTo>
                    <a:pt x="4571" y="3280"/>
                    <a:pt x="5016" y="2372"/>
                    <a:pt x="5784" y="1634"/>
                  </a:cubicBezTo>
                  <a:cubicBezTo>
                    <a:pt x="6189" y="1265"/>
                    <a:pt x="7038" y="1464"/>
                    <a:pt x="7038" y="1946"/>
                  </a:cubicBezTo>
                  <a:lnTo>
                    <a:pt x="7038" y="3961"/>
                  </a:lnTo>
                  <a:cubicBezTo>
                    <a:pt x="7038" y="4274"/>
                    <a:pt x="7402" y="4501"/>
                    <a:pt x="7807" y="4501"/>
                  </a:cubicBezTo>
                  <a:cubicBezTo>
                    <a:pt x="8211" y="4501"/>
                    <a:pt x="8575" y="4245"/>
                    <a:pt x="8575" y="3961"/>
                  </a:cubicBezTo>
                  <a:lnTo>
                    <a:pt x="8575" y="499"/>
                  </a:lnTo>
                  <a:cubicBezTo>
                    <a:pt x="8575" y="272"/>
                    <a:pt x="8818" y="73"/>
                    <a:pt x="9101" y="16"/>
                  </a:cubicBezTo>
                  <a:cubicBezTo>
                    <a:pt x="9101" y="16"/>
                    <a:pt x="9101" y="16"/>
                    <a:pt x="9101" y="16"/>
                  </a:cubicBezTo>
                  <a:cubicBezTo>
                    <a:pt x="9546" y="-69"/>
                    <a:pt x="9991" y="186"/>
                    <a:pt x="9991" y="499"/>
                  </a:cubicBezTo>
                  <a:lnTo>
                    <a:pt x="9991" y="3961"/>
                  </a:lnTo>
                  <a:cubicBezTo>
                    <a:pt x="9991" y="4274"/>
                    <a:pt x="10355" y="4501"/>
                    <a:pt x="10760" y="4501"/>
                  </a:cubicBezTo>
                  <a:cubicBezTo>
                    <a:pt x="11164" y="4501"/>
                    <a:pt x="11528" y="4245"/>
                    <a:pt x="11528" y="3961"/>
                  </a:cubicBezTo>
                  <a:lnTo>
                    <a:pt x="11528" y="499"/>
                  </a:lnTo>
                  <a:cubicBezTo>
                    <a:pt x="11528" y="186"/>
                    <a:pt x="11973" y="-69"/>
                    <a:pt x="12418" y="16"/>
                  </a:cubicBezTo>
                  <a:cubicBezTo>
                    <a:pt x="12418" y="16"/>
                    <a:pt x="12418" y="16"/>
                    <a:pt x="12418" y="16"/>
                  </a:cubicBezTo>
                  <a:cubicBezTo>
                    <a:pt x="12742" y="73"/>
                    <a:pt x="12944" y="272"/>
                    <a:pt x="12944" y="499"/>
                  </a:cubicBezTo>
                  <a:lnTo>
                    <a:pt x="12944" y="3961"/>
                  </a:lnTo>
                  <a:cubicBezTo>
                    <a:pt x="12944" y="4274"/>
                    <a:pt x="13308" y="4501"/>
                    <a:pt x="13712" y="4501"/>
                  </a:cubicBezTo>
                  <a:cubicBezTo>
                    <a:pt x="14157" y="4501"/>
                    <a:pt x="14481" y="4245"/>
                    <a:pt x="14481" y="3961"/>
                  </a:cubicBezTo>
                  <a:lnTo>
                    <a:pt x="14481" y="1975"/>
                  </a:lnTo>
                  <a:cubicBezTo>
                    <a:pt x="14481" y="1492"/>
                    <a:pt x="15330" y="1293"/>
                    <a:pt x="15735" y="1662"/>
                  </a:cubicBezTo>
                  <a:cubicBezTo>
                    <a:pt x="16503" y="2400"/>
                    <a:pt x="16948" y="3280"/>
                    <a:pt x="16948" y="4274"/>
                  </a:cubicBezTo>
                  <a:lnTo>
                    <a:pt x="16948" y="9326"/>
                  </a:lnTo>
                  <a:cubicBezTo>
                    <a:pt x="16948" y="9440"/>
                    <a:pt x="16948" y="9581"/>
                    <a:pt x="16908" y="9695"/>
                  </a:cubicBezTo>
                  <a:cubicBezTo>
                    <a:pt x="16624" y="11909"/>
                    <a:pt x="13834" y="13527"/>
                    <a:pt x="10719" y="13527"/>
                  </a:cubicBezTo>
                  <a:lnTo>
                    <a:pt x="10719" y="13527"/>
                  </a:lnTo>
                  <a:cubicBezTo>
                    <a:pt x="7645" y="13527"/>
                    <a:pt x="4854" y="11881"/>
                    <a:pt x="4612" y="9667"/>
                  </a:cubicBezTo>
                  <a:close/>
                  <a:moveTo>
                    <a:pt x="12540" y="17387"/>
                  </a:moveTo>
                  <a:cubicBezTo>
                    <a:pt x="17677" y="16819"/>
                    <a:pt x="21600" y="13697"/>
                    <a:pt x="21600" y="9922"/>
                  </a:cubicBezTo>
                  <a:lnTo>
                    <a:pt x="21600" y="5267"/>
                  </a:lnTo>
                  <a:cubicBezTo>
                    <a:pt x="21600" y="4870"/>
                    <a:pt x="21276" y="4472"/>
                    <a:pt x="20710" y="4359"/>
                  </a:cubicBezTo>
                  <a:cubicBezTo>
                    <a:pt x="19820" y="4160"/>
                    <a:pt x="19011" y="4614"/>
                    <a:pt x="19011" y="5210"/>
                  </a:cubicBezTo>
                  <a:lnTo>
                    <a:pt x="19011" y="9922"/>
                  </a:lnTo>
                  <a:cubicBezTo>
                    <a:pt x="19011" y="10064"/>
                    <a:pt x="19011" y="10206"/>
                    <a:pt x="18971" y="10348"/>
                  </a:cubicBezTo>
                  <a:cubicBezTo>
                    <a:pt x="18687" y="13243"/>
                    <a:pt x="15047" y="15400"/>
                    <a:pt x="10921" y="15400"/>
                  </a:cubicBezTo>
                  <a:lnTo>
                    <a:pt x="10679" y="15400"/>
                  </a:lnTo>
                  <a:cubicBezTo>
                    <a:pt x="6553" y="15400"/>
                    <a:pt x="2953" y="13243"/>
                    <a:pt x="2629" y="10348"/>
                  </a:cubicBezTo>
                  <a:cubicBezTo>
                    <a:pt x="2629" y="10206"/>
                    <a:pt x="2589" y="10064"/>
                    <a:pt x="2589" y="9922"/>
                  </a:cubicBezTo>
                  <a:lnTo>
                    <a:pt x="2589" y="5267"/>
                  </a:lnTo>
                  <a:cubicBezTo>
                    <a:pt x="2589" y="4870"/>
                    <a:pt x="2265" y="4472"/>
                    <a:pt x="1699" y="4359"/>
                  </a:cubicBezTo>
                  <a:cubicBezTo>
                    <a:pt x="809" y="4160"/>
                    <a:pt x="0" y="4614"/>
                    <a:pt x="0" y="5210"/>
                  </a:cubicBezTo>
                  <a:lnTo>
                    <a:pt x="0" y="9922"/>
                  </a:lnTo>
                  <a:cubicBezTo>
                    <a:pt x="0" y="13669"/>
                    <a:pt x="3924" y="16819"/>
                    <a:pt x="9060" y="17387"/>
                  </a:cubicBezTo>
                  <a:cubicBezTo>
                    <a:pt x="9060" y="17387"/>
                    <a:pt x="9060" y="17387"/>
                    <a:pt x="9060" y="17387"/>
                  </a:cubicBezTo>
                  <a:lnTo>
                    <a:pt x="9060" y="19118"/>
                  </a:lnTo>
                  <a:cubicBezTo>
                    <a:pt x="9060" y="19118"/>
                    <a:pt x="9060" y="19118"/>
                    <a:pt x="9060" y="19118"/>
                  </a:cubicBezTo>
                  <a:lnTo>
                    <a:pt x="3762" y="19118"/>
                  </a:lnTo>
                  <a:cubicBezTo>
                    <a:pt x="2912" y="19118"/>
                    <a:pt x="2144" y="19516"/>
                    <a:pt x="1982" y="20112"/>
                  </a:cubicBezTo>
                  <a:cubicBezTo>
                    <a:pt x="1780" y="20878"/>
                    <a:pt x="2629" y="21531"/>
                    <a:pt x="3640" y="21531"/>
                  </a:cubicBezTo>
                  <a:lnTo>
                    <a:pt x="17878" y="21531"/>
                  </a:lnTo>
                  <a:cubicBezTo>
                    <a:pt x="18849" y="21531"/>
                    <a:pt x="19618" y="20963"/>
                    <a:pt x="19577" y="20282"/>
                  </a:cubicBezTo>
                  <a:cubicBezTo>
                    <a:pt x="19537" y="19629"/>
                    <a:pt x="18687" y="19147"/>
                    <a:pt x="17757" y="19147"/>
                  </a:cubicBezTo>
                  <a:lnTo>
                    <a:pt x="12458" y="19147"/>
                  </a:lnTo>
                  <a:cubicBezTo>
                    <a:pt x="12458" y="19147"/>
                    <a:pt x="12458" y="19147"/>
                    <a:pt x="12458" y="19147"/>
                  </a:cubicBezTo>
                  <a:lnTo>
                    <a:pt x="12540" y="17387"/>
                  </a:lnTo>
                  <a:cubicBezTo>
                    <a:pt x="12540" y="17387"/>
                    <a:pt x="12540" y="17387"/>
                    <a:pt x="12540" y="17387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C7E228BF-1CA5-4856-ADE1-3CF4E8475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590" y="2875469"/>
            <a:ext cx="5026822" cy="1539024"/>
          </a:xfrm>
        </p:spPr>
        <p:txBody>
          <a:bodyPr anchor="ctr">
            <a:normAutofit/>
          </a:bodyPr>
          <a:lstStyle>
            <a:lvl1pPr>
              <a:defRPr sz="33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5560DB-B208-41C1-AC26-ACACF8AE7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0590" y="4589464"/>
            <a:ext cx="474148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5F7726-490E-F144-BEAF-BCE5ABFF27D8}"/>
              </a:ext>
            </a:extLst>
          </p:cNvPr>
          <p:cNvGrpSpPr/>
          <p:nvPr userDrawn="1"/>
        </p:nvGrpSpPr>
        <p:grpSpPr>
          <a:xfrm>
            <a:off x="0" y="6237769"/>
            <a:ext cx="9144000" cy="629637"/>
            <a:chOff x="0" y="6237768"/>
            <a:chExt cx="12192000" cy="629637"/>
          </a:xfrm>
        </p:grpSpPr>
        <p:sp>
          <p:nvSpPr>
            <p:cNvPr id="19" name="Shape">
              <a:extLst>
                <a:ext uri="{FF2B5EF4-FFF2-40B4-BE49-F238E27FC236}">
                  <a16:creationId xmlns:a16="http://schemas.microsoft.com/office/drawing/2014/main" id="{DF358DAD-910C-4C4B-9E4B-4CC5FCB567D2}"/>
                </a:ext>
              </a:extLst>
            </p:cNvPr>
            <p:cNvSpPr/>
            <p:nvPr/>
          </p:nvSpPr>
          <p:spPr>
            <a:xfrm>
              <a:off x="6096000" y="6237768"/>
              <a:ext cx="6096000" cy="629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extrusionOk="0">
                  <a:moveTo>
                    <a:pt x="21600" y="21216"/>
                  </a:moveTo>
                  <a:lnTo>
                    <a:pt x="10800" y="21216"/>
                  </a:lnTo>
                  <a:lnTo>
                    <a:pt x="0" y="21216"/>
                  </a:lnTo>
                  <a:lnTo>
                    <a:pt x="20712" y="33"/>
                  </a:lnTo>
                  <a:cubicBezTo>
                    <a:pt x="21188" y="-384"/>
                    <a:pt x="21600" y="3179"/>
                    <a:pt x="21600" y="7704"/>
                  </a:cubicBezTo>
                  <a:lnTo>
                    <a:pt x="21600" y="21216"/>
                  </a:ln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20" name="Shape">
              <a:extLst>
                <a:ext uri="{FF2B5EF4-FFF2-40B4-BE49-F238E27FC236}">
                  <a16:creationId xmlns:a16="http://schemas.microsoft.com/office/drawing/2014/main" id="{6C96F48B-4F92-D846-8836-26981889D7D2}"/>
                </a:ext>
              </a:extLst>
            </p:cNvPr>
            <p:cNvSpPr/>
            <p:nvPr/>
          </p:nvSpPr>
          <p:spPr>
            <a:xfrm>
              <a:off x="3048000" y="6237768"/>
              <a:ext cx="6096000" cy="629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extrusionOk="0">
                  <a:moveTo>
                    <a:pt x="21600" y="21216"/>
                  </a:moveTo>
                  <a:lnTo>
                    <a:pt x="10800" y="21216"/>
                  </a:lnTo>
                  <a:lnTo>
                    <a:pt x="0" y="21216"/>
                  </a:lnTo>
                  <a:lnTo>
                    <a:pt x="20712" y="33"/>
                  </a:lnTo>
                  <a:cubicBezTo>
                    <a:pt x="21188" y="-384"/>
                    <a:pt x="21600" y="3179"/>
                    <a:pt x="21600" y="7704"/>
                  </a:cubicBezTo>
                  <a:lnTo>
                    <a:pt x="21600" y="21216"/>
                  </a:ln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21" name="Shape">
              <a:extLst>
                <a:ext uri="{FF2B5EF4-FFF2-40B4-BE49-F238E27FC236}">
                  <a16:creationId xmlns:a16="http://schemas.microsoft.com/office/drawing/2014/main" id="{0536D426-C192-D746-97B7-993997F262DF}"/>
                </a:ext>
              </a:extLst>
            </p:cNvPr>
            <p:cNvSpPr/>
            <p:nvPr/>
          </p:nvSpPr>
          <p:spPr>
            <a:xfrm>
              <a:off x="0" y="6237768"/>
              <a:ext cx="6096000" cy="629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extrusionOk="0">
                  <a:moveTo>
                    <a:pt x="21600" y="21216"/>
                  </a:moveTo>
                  <a:lnTo>
                    <a:pt x="10800" y="21216"/>
                  </a:lnTo>
                  <a:lnTo>
                    <a:pt x="0" y="21216"/>
                  </a:lnTo>
                  <a:lnTo>
                    <a:pt x="20712" y="33"/>
                  </a:lnTo>
                  <a:cubicBezTo>
                    <a:pt x="21188" y="-384"/>
                    <a:pt x="21600" y="3179"/>
                    <a:pt x="21600" y="7704"/>
                  </a:cubicBezTo>
                  <a:lnTo>
                    <a:pt x="21600" y="21216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22" name="Shape">
              <a:extLst>
                <a:ext uri="{FF2B5EF4-FFF2-40B4-BE49-F238E27FC236}">
                  <a16:creationId xmlns:a16="http://schemas.microsoft.com/office/drawing/2014/main" id="{2EE8D323-610C-9F42-820B-0373D880EC14}"/>
                </a:ext>
              </a:extLst>
            </p:cNvPr>
            <p:cNvSpPr/>
            <p:nvPr/>
          </p:nvSpPr>
          <p:spPr>
            <a:xfrm>
              <a:off x="0" y="6237768"/>
              <a:ext cx="3048001" cy="629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extrusionOk="0">
                  <a:moveTo>
                    <a:pt x="19825" y="33"/>
                  </a:moveTo>
                  <a:lnTo>
                    <a:pt x="0" y="10175"/>
                  </a:lnTo>
                  <a:lnTo>
                    <a:pt x="0" y="21216"/>
                  </a:lnTo>
                  <a:lnTo>
                    <a:pt x="21600" y="21216"/>
                  </a:lnTo>
                  <a:lnTo>
                    <a:pt x="21600" y="7704"/>
                  </a:lnTo>
                  <a:cubicBezTo>
                    <a:pt x="21600" y="3179"/>
                    <a:pt x="20776" y="-384"/>
                    <a:pt x="19825" y="33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</p:grpSp>
    </p:spTree>
    <p:extLst>
      <p:ext uri="{BB962C8B-B14F-4D97-AF65-F5344CB8AC3E}">
        <p14:creationId xmlns:p14="http://schemas.microsoft.com/office/powerpoint/2010/main" val="3603858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4985E82-8BBB-4140-ADE7-3211B76C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E5281E8-502B-4754-B5F5-7C62E1101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62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DA8F992-7750-4566-AB4F-B2E8F379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9637" y="5148262"/>
            <a:ext cx="5369177" cy="9413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33CC49E4-6647-47F5-895A-9CFC416CE1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6588" y="652440"/>
            <a:ext cx="1000125" cy="1333500"/>
          </a:xfrm>
          <a:prstGeom prst="ellipse">
            <a:avLst/>
          </a:prstGeom>
          <a:solidFill>
            <a:schemeClr val="accent5"/>
          </a:solidFill>
        </p:spPr>
        <p:txBody>
          <a:bodyPr>
            <a:normAutofit/>
          </a:bodyPr>
          <a:lstStyle>
            <a:lvl1pPr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A537F86F-E8D6-44FF-939F-7EB5A4693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68476" y="2065354"/>
            <a:ext cx="1276350" cy="290665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17C97F11-0CC0-4E01-8422-6143830432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68476" y="2379235"/>
            <a:ext cx="1276350" cy="290665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</a:lstStyle>
          <a:p>
            <a:pPr lvl="0"/>
            <a:r>
              <a:rPr lang="en-US" dirty="0"/>
              <a:t>Mobile / email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22609FE-C556-4394-9CD9-CACD20BC72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68476" y="2693116"/>
            <a:ext cx="1276350" cy="290665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</a:lstStyle>
          <a:p>
            <a:pPr lvl="0"/>
            <a:r>
              <a:rPr lang="en-US" dirty="0"/>
              <a:t>Company</a:t>
            </a:r>
          </a:p>
        </p:txBody>
      </p:sp>
      <p:sp>
        <p:nvSpPr>
          <p:cNvPr id="19" name="Shape">
            <a:extLst>
              <a:ext uri="{FF2B5EF4-FFF2-40B4-BE49-F238E27FC236}">
                <a16:creationId xmlns:a16="http://schemas.microsoft.com/office/drawing/2014/main" id="{41DA1FE7-B89F-0040-A563-46330CE1CF58}"/>
              </a:ext>
            </a:extLst>
          </p:cNvPr>
          <p:cNvSpPr/>
          <p:nvPr userDrawn="1"/>
        </p:nvSpPr>
        <p:spPr>
          <a:xfrm>
            <a:off x="1265221" y="3363816"/>
            <a:ext cx="6541367" cy="15390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94" y="21600"/>
                </a:moveTo>
                <a:lnTo>
                  <a:pt x="1906" y="21600"/>
                </a:lnTo>
                <a:cubicBezTo>
                  <a:pt x="854" y="21600"/>
                  <a:pt x="0" y="16773"/>
                  <a:pt x="0" y="10800"/>
                </a:cubicBezTo>
                <a:lnTo>
                  <a:pt x="0" y="10800"/>
                </a:lnTo>
                <a:cubicBezTo>
                  <a:pt x="0" y="4842"/>
                  <a:pt x="852" y="0"/>
                  <a:pt x="1906" y="0"/>
                </a:cubicBezTo>
                <a:lnTo>
                  <a:pt x="19694" y="0"/>
                </a:lnTo>
                <a:cubicBezTo>
                  <a:pt x="20746" y="0"/>
                  <a:pt x="21600" y="4827"/>
                  <a:pt x="21600" y="10800"/>
                </a:cubicBezTo>
                <a:lnTo>
                  <a:pt x="21600" y="10800"/>
                </a:lnTo>
                <a:cubicBezTo>
                  <a:pt x="21597" y="16773"/>
                  <a:pt x="20746" y="21600"/>
                  <a:pt x="19694" y="2160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/>
            </a:solidFill>
            <a:miter lim="400000"/>
          </a:ln>
        </p:spPr>
        <p:txBody>
          <a:bodyPr lIns="28575" tIns="28575" rIns="28575" bIns="28575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sz="2250"/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64C40653-579E-A744-9153-529410597289}"/>
              </a:ext>
            </a:extLst>
          </p:cNvPr>
          <p:cNvSpPr/>
          <p:nvPr userDrawn="1"/>
        </p:nvSpPr>
        <p:spPr>
          <a:xfrm>
            <a:off x="7028814" y="3745990"/>
            <a:ext cx="413684" cy="7835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31" extrusionOk="0">
                <a:moveTo>
                  <a:pt x="4612" y="9667"/>
                </a:moveTo>
                <a:cubicBezTo>
                  <a:pt x="4612" y="9553"/>
                  <a:pt x="4571" y="9411"/>
                  <a:pt x="4571" y="9298"/>
                </a:cubicBezTo>
                <a:lnTo>
                  <a:pt x="4571" y="4245"/>
                </a:lnTo>
                <a:cubicBezTo>
                  <a:pt x="4571" y="3280"/>
                  <a:pt x="5016" y="2372"/>
                  <a:pt x="5784" y="1634"/>
                </a:cubicBezTo>
                <a:cubicBezTo>
                  <a:pt x="6189" y="1265"/>
                  <a:pt x="7038" y="1464"/>
                  <a:pt x="7038" y="1946"/>
                </a:cubicBezTo>
                <a:lnTo>
                  <a:pt x="7038" y="3961"/>
                </a:lnTo>
                <a:cubicBezTo>
                  <a:pt x="7038" y="4274"/>
                  <a:pt x="7402" y="4501"/>
                  <a:pt x="7807" y="4501"/>
                </a:cubicBezTo>
                <a:cubicBezTo>
                  <a:pt x="8211" y="4501"/>
                  <a:pt x="8575" y="4245"/>
                  <a:pt x="8575" y="3961"/>
                </a:cubicBezTo>
                <a:lnTo>
                  <a:pt x="8575" y="499"/>
                </a:lnTo>
                <a:cubicBezTo>
                  <a:pt x="8575" y="272"/>
                  <a:pt x="8818" y="73"/>
                  <a:pt x="9101" y="16"/>
                </a:cubicBezTo>
                <a:cubicBezTo>
                  <a:pt x="9101" y="16"/>
                  <a:pt x="9101" y="16"/>
                  <a:pt x="9101" y="16"/>
                </a:cubicBezTo>
                <a:cubicBezTo>
                  <a:pt x="9546" y="-69"/>
                  <a:pt x="9991" y="186"/>
                  <a:pt x="9991" y="499"/>
                </a:cubicBezTo>
                <a:lnTo>
                  <a:pt x="9991" y="3961"/>
                </a:lnTo>
                <a:cubicBezTo>
                  <a:pt x="9991" y="4274"/>
                  <a:pt x="10355" y="4501"/>
                  <a:pt x="10760" y="4501"/>
                </a:cubicBezTo>
                <a:cubicBezTo>
                  <a:pt x="11164" y="4501"/>
                  <a:pt x="11528" y="4245"/>
                  <a:pt x="11528" y="3961"/>
                </a:cubicBezTo>
                <a:lnTo>
                  <a:pt x="11528" y="499"/>
                </a:lnTo>
                <a:cubicBezTo>
                  <a:pt x="11528" y="186"/>
                  <a:pt x="11973" y="-69"/>
                  <a:pt x="12418" y="16"/>
                </a:cubicBezTo>
                <a:cubicBezTo>
                  <a:pt x="12418" y="16"/>
                  <a:pt x="12418" y="16"/>
                  <a:pt x="12418" y="16"/>
                </a:cubicBezTo>
                <a:cubicBezTo>
                  <a:pt x="12742" y="73"/>
                  <a:pt x="12944" y="272"/>
                  <a:pt x="12944" y="499"/>
                </a:cubicBezTo>
                <a:lnTo>
                  <a:pt x="12944" y="3961"/>
                </a:lnTo>
                <a:cubicBezTo>
                  <a:pt x="12944" y="4274"/>
                  <a:pt x="13308" y="4501"/>
                  <a:pt x="13712" y="4501"/>
                </a:cubicBezTo>
                <a:cubicBezTo>
                  <a:pt x="14157" y="4501"/>
                  <a:pt x="14481" y="4245"/>
                  <a:pt x="14481" y="3961"/>
                </a:cubicBezTo>
                <a:lnTo>
                  <a:pt x="14481" y="1975"/>
                </a:lnTo>
                <a:cubicBezTo>
                  <a:pt x="14481" y="1492"/>
                  <a:pt x="15330" y="1293"/>
                  <a:pt x="15735" y="1662"/>
                </a:cubicBezTo>
                <a:cubicBezTo>
                  <a:pt x="16503" y="2400"/>
                  <a:pt x="16948" y="3280"/>
                  <a:pt x="16948" y="4274"/>
                </a:cubicBezTo>
                <a:lnTo>
                  <a:pt x="16948" y="9326"/>
                </a:lnTo>
                <a:cubicBezTo>
                  <a:pt x="16948" y="9440"/>
                  <a:pt x="16948" y="9581"/>
                  <a:pt x="16908" y="9695"/>
                </a:cubicBezTo>
                <a:cubicBezTo>
                  <a:pt x="16624" y="11909"/>
                  <a:pt x="13834" y="13527"/>
                  <a:pt x="10719" y="13527"/>
                </a:cubicBezTo>
                <a:lnTo>
                  <a:pt x="10719" y="13527"/>
                </a:lnTo>
                <a:cubicBezTo>
                  <a:pt x="7645" y="13527"/>
                  <a:pt x="4854" y="11881"/>
                  <a:pt x="4612" y="9667"/>
                </a:cubicBezTo>
                <a:close/>
                <a:moveTo>
                  <a:pt x="12540" y="17387"/>
                </a:moveTo>
                <a:cubicBezTo>
                  <a:pt x="17677" y="16819"/>
                  <a:pt x="21600" y="13697"/>
                  <a:pt x="21600" y="9922"/>
                </a:cubicBezTo>
                <a:lnTo>
                  <a:pt x="21600" y="5267"/>
                </a:lnTo>
                <a:cubicBezTo>
                  <a:pt x="21600" y="4870"/>
                  <a:pt x="21276" y="4472"/>
                  <a:pt x="20710" y="4359"/>
                </a:cubicBezTo>
                <a:cubicBezTo>
                  <a:pt x="19820" y="4160"/>
                  <a:pt x="19011" y="4614"/>
                  <a:pt x="19011" y="5210"/>
                </a:cubicBezTo>
                <a:lnTo>
                  <a:pt x="19011" y="9922"/>
                </a:lnTo>
                <a:cubicBezTo>
                  <a:pt x="19011" y="10064"/>
                  <a:pt x="19011" y="10206"/>
                  <a:pt x="18971" y="10348"/>
                </a:cubicBezTo>
                <a:cubicBezTo>
                  <a:pt x="18687" y="13243"/>
                  <a:pt x="15047" y="15400"/>
                  <a:pt x="10921" y="15400"/>
                </a:cubicBezTo>
                <a:lnTo>
                  <a:pt x="10679" y="15400"/>
                </a:lnTo>
                <a:cubicBezTo>
                  <a:pt x="6553" y="15400"/>
                  <a:pt x="2953" y="13243"/>
                  <a:pt x="2629" y="10348"/>
                </a:cubicBezTo>
                <a:cubicBezTo>
                  <a:pt x="2629" y="10206"/>
                  <a:pt x="2589" y="10064"/>
                  <a:pt x="2589" y="9922"/>
                </a:cubicBezTo>
                <a:lnTo>
                  <a:pt x="2589" y="5267"/>
                </a:lnTo>
                <a:cubicBezTo>
                  <a:pt x="2589" y="4870"/>
                  <a:pt x="2265" y="4472"/>
                  <a:pt x="1699" y="4359"/>
                </a:cubicBezTo>
                <a:cubicBezTo>
                  <a:pt x="809" y="4160"/>
                  <a:pt x="0" y="4614"/>
                  <a:pt x="0" y="5210"/>
                </a:cubicBezTo>
                <a:lnTo>
                  <a:pt x="0" y="9922"/>
                </a:lnTo>
                <a:cubicBezTo>
                  <a:pt x="0" y="13669"/>
                  <a:pt x="3924" y="16819"/>
                  <a:pt x="9060" y="17387"/>
                </a:cubicBezTo>
                <a:cubicBezTo>
                  <a:pt x="9060" y="17387"/>
                  <a:pt x="9060" y="17387"/>
                  <a:pt x="9060" y="17387"/>
                </a:cubicBezTo>
                <a:lnTo>
                  <a:pt x="9060" y="19118"/>
                </a:lnTo>
                <a:cubicBezTo>
                  <a:pt x="9060" y="19118"/>
                  <a:pt x="9060" y="19118"/>
                  <a:pt x="9060" y="19118"/>
                </a:cubicBezTo>
                <a:lnTo>
                  <a:pt x="3762" y="19118"/>
                </a:lnTo>
                <a:cubicBezTo>
                  <a:pt x="2912" y="19118"/>
                  <a:pt x="2144" y="19516"/>
                  <a:pt x="1982" y="20112"/>
                </a:cubicBezTo>
                <a:cubicBezTo>
                  <a:pt x="1780" y="20878"/>
                  <a:pt x="2629" y="21531"/>
                  <a:pt x="3640" y="21531"/>
                </a:cubicBezTo>
                <a:lnTo>
                  <a:pt x="17878" y="21531"/>
                </a:lnTo>
                <a:cubicBezTo>
                  <a:pt x="18849" y="21531"/>
                  <a:pt x="19618" y="20963"/>
                  <a:pt x="19577" y="20282"/>
                </a:cubicBezTo>
                <a:cubicBezTo>
                  <a:pt x="19537" y="19629"/>
                  <a:pt x="18687" y="19147"/>
                  <a:pt x="17757" y="19147"/>
                </a:cubicBezTo>
                <a:lnTo>
                  <a:pt x="12458" y="19147"/>
                </a:lnTo>
                <a:cubicBezTo>
                  <a:pt x="12458" y="19147"/>
                  <a:pt x="12458" y="19147"/>
                  <a:pt x="12458" y="19147"/>
                </a:cubicBezTo>
                <a:lnTo>
                  <a:pt x="12540" y="17387"/>
                </a:lnTo>
                <a:cubicBezTo>
                  <a:pt x="12540" y="17387"/>
                  <a:pt x="12540" y="17387"/>
                  <a:pt x="12540" y="17387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sz="225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907DC5D-4F3E-4A99-A621-6F93F322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503" y="3363817"/>
            <a:ext cx="5327311" cy="1508245"/>
          </a:xfrm>
        </p:spPr>
        <p:txBody>
          <a:bodyPr anchor="ctr"/>
          <a:lstStyle>
            <a:lvl1pPr>
              <a:defRPr sz="45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82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and Typ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897C59-303D-43EB-830D-58B293D336AC}"/>
              </a:ext>
            </a:extLst>
          </p:cNvPr>
          <p:cNvGrpSpPr/>
          <p:nvPr userDrawn="1"/>
        </p:nvGrpSpPr>
        <p:grpSpPr>
          <a:xfrm>
            <a:off x="628649" y="1830764"/>
            <a:ext cx="7886702" cy="1741127"/>
            <a:chOff x="838199" y="1830763"/>
            <a:chExt cx="10515602" cy="1741127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4460574F-0FFA-4AF4-9268-D077C9C57D58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174112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E9AEC03B-EFBC-451C-9889-555B420B787B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155130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12504A8F-A26B-43AF-BF89-2621FF0CE3CD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136148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F7726C56-B942-4400-8CE0-069969802448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11716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DAE760DB-698E-4688-BBAF-49FD684C7AFD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9818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72A9A194-717A-430D-B418-44C0B8F1A4C3}"/>
                </a:ext>
              </a:extLst>
            </p:cNvPr>
            <p:cNvSpPr/>
            <p:nvPr userDrawn="1"/>
          </p:nvSpPr>
          <p:spPr>
            <a:xfrm>
              <a:off x="838200" y="1830763"/>
              <a:ext cx="894312" cy="7882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E915F52A-A44F-4FB1-A1A1-1A513475EFE8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1741127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6034C492-58E9-4550-B83D-E33D2B2217E6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1551307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F92FB454-2844-432A-897E-609CA7D5AB13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1361486"/>
            </a:xfrm>
            <a:prstGeom prst="rect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DFE585D9-1B79-4D2C-BE24-8DD53BF2D43D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1171666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7CA650B9-D80A-4F55-849B-9B9229BAB7AB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98184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212A3E8F-2036-4425-950A-9DDCE99E48E2}"/>
                </a:ext>
              </a:extLst>
            </p:cNvPr>
            <p:cNvSpPr/>
            <p:nvPr userDrawn="1"/>
          </p:nvSpPr>
          <p:spPr>
            <a:xfrm>
              <a:off x="1907232" y="1830763"/>
              <a:ext cx="894312" cy="78825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F8D77422-E1EF-442A-B883-288DFB42AC7A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1741127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F5A5458A-8CAB-46ED-A597-7A9BC874E064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155130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129FB0AE-0FE9-4E47-89E1-28A56DFEFD44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136148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8DCBA888-FF6F-4E0D-AD60-DA0D78CD05D1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117166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F9271256-F951-4086-8A3B-C91C2291A176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98184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27D18AA1-C449-4778-A01C-5FEFF6D4B6F0}"/>
                </a:ext>
              </a:extLst>
            </p:cNvPr>
            <p:cNvSpPr/>
            <p:nvPr userDrawn="1"/>
          </p:nvSpPr>
          <p:spPr>
            <a:xfrm>
              <a:off x="2976264" y="1830763"/>
              <a:ext cx="894312" cy="7882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507DEC82-2EA5-41B4-BBE2-03D513A6990F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1741127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CC3C8386-1A37-4F90-9D5F-F552F6BD3D6B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155130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20C96B97-602D-4FB6-83FA-5F537C10D957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1361486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C78EB1C9-B967-4BCF-BA1F-F62AD5830A83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117166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530AF99D-4A64-462C-8DC1-2AFD50700E78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98184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251EE8AC-B14F-4016-B318-3215BFA74576}"/>
                </a:ext>
              </a:extLst>
            </p:cNvPr>
            <p:cNvSpPr/>
            <p:nvPr userDrawn="1"/>
          </p:nvSpPr>
          <p:spPr>
            <a:xfrm>
              <a:off x="4045296" y="1830763"/>
              <a:ext cx="894312" cy="78825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DB3EFE93-C789-4C06-AE63-48F21F3F0562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174112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C159A26F-3E35-43ED-9527-94575D015CF9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155130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197FEBE6-4234-4233-9AAC-C966B38A457C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136148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4A6CCAEB-B0B2-4918-BF93-14B428F71030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11716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26BAB2D9-48E2-4FD7-8266-8DA7249A311F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98184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E373E1AE-97F0-411F-ADE1-F7FA57FDB549}"/>
                </a:ext>
              </a:extLst>
            </p:cNvPr>
            <p:cNvSpPr/>
            <p:nvPr userDrawn="1"/>
          </p:nvSpPr>
          <p:spPr>
            <a:xfrm>
              <a:off x="5114328" y="1830763"/>
              <a:ext cx="894312" cy="7882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7980EC62-1AA7-49B9-A98C-B1AE41A8BAF7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174112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1B940435-8801-4AE0-AF82-51785C14109F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15513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709FEA5B-55A5-4A85-90AE-A3E8181AD6B1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136148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AC24C165-A09C-48A0-8D30-43D9272501D0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117166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AF779B59-BF2E-434C-A692-81F3395A2DDC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98184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72D25286-DFE7-4DB6-BC2A-849B72A1D58F}"/>
                </a:ext>
              </a:extLst>
            </p:cNvPr>
            <p:cNvSpPr/>
            <p:nvPr userDrawn="1"/>
          </p:nvSpPr>
          <p:spPr>
            <a:xfrm>
              <a:off x="6183360" y="1830763"/>
              <a:ext cx="894312" cy="78825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EFFFC619-3DCF-484B-936D-D1C6706967D7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1741127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C36F1647-E3A7-42C7-94DB-E22470CD7962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155130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0812BACF-D77F-4A42-A212-538847FF9776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136148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63855A19-9DBA-4293-A411-6842A7DAA995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117166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E705E91E-E65F-4094-8904-D56C56FC5F44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98184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B6DEB2ED-B6FD-4B88-90DA-9530DA2E64C9}"/>
                </a:ext>
              </a:extLst>
            </p:cNvPr>
            <p:cNvSpPr/>
            <p:nvPr userDrawn="1"/>
          </p:nvSpPr>
          <p:spPr>
            <a:xfrm>
              <a:off x="7252392" y="1830763"/>
              <a:ext cx="894312" cy="78825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62E667E1-7F5F-4E4F-AF63-4AB31D847AE0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174112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514350">
                <a:defRPr/>
              </a:pPr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A9D94CA5-400D-47AE-9512-4557FBE20192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155130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514350">
                <a:defRPr/>
              </a:pPr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1E60784B-8569-41D5-BB14-8F5DAFDCE67A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136148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514350">
                <a:defRPr/>
              </a:pPr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FE043B0E-D351-4B21-BB22-FF8713E0E199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117166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514350">
                <a:defRPr/>
              </a:pPr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D57AC92D-3891-4CC7-9301-A742653C394B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98184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870D976A-0EA2-4422-A1FB-EE1A159B65DC}"/>
                </a:ext>
              </a:extLst>
            </p:cNvPr>
            <p:cNvSpPr/>
            <p:nvPr userDrawn="1"/>
          </p:nvSpPr>
          <p:spPr>
            <a:xfrm>
              <a:off x="8321424" y="1830763"/>
              <a:ext cx="894312" cy="78825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074CEC48-74FA-45A9-9E16-525EB9E974F9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1741127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8CA8D9C7-FFCE-4895-B720-C9F65C686B93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15513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DF8FDE11-2636-4F16-BC4C-C0DBD965F47E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136148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EAE2FCEB-5A44-4458-99EB-B2522F731513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117166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FA982CEB-3569-4AB2-A279-56909D8DBA2B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98184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B85FDECF-7983-4160-8B97-DA92A01F2A38}"/>
                </a:ext>
              </a:extLst>
            </p:cNvPr>
            <p:cNvSpPr/>
            <p:nvPr userDrawn="1"/>
          </p:nvSpPr>
          <p:spPr>
            <a:xfrm>
              <a:off x="9390456" y="1830763"/>
              <a:ext cx="894312" cy="78825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80F0CF47-25FB-4AB4-837F-33B5D368A8C0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1741127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12C0DD63-4FB0-4217-BC06-7CEB655B79B6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155130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5841390F-E0B0-48E2-8756-2C0A532BC037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136148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E49982BC-FA05-4F1B-A8BD-AE3793F3BD02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117166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84445015-4210-46FE-958B-F3271E10284B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98184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06FD93CB-F173-4C32-9E54-DE5EDB0F83D8}"/>
                </a:ext>
              </a:extLst>
            </p:cNvPr>
            <p:cNvSpPr/>
            <p:nvPr userDrawn="1"/>
          </p:nvSpPr>
          <p:spPr>
            <a:xfrm>
              <a:off x="10459489" y="1830763"/>
              <a:ext cx="894312" cy="78825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514350"/>
              <a:endParaRPr lang="en-US" sz="1013">
                <a:solidFill>
                  <a:srgbClr val="FFFFFF"/>
                </a:solidFill>
                <a:latin typeface="Calibri" panose="020F0502020204030204"/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0D08B00A-9A13-4AB1-A72D-2F499BA2EBA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BB3FC47E-3339-49A8-AEF2-ECC3BF1514FB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28649" y="3709150"/>
            <a:ext cx="7886700" cy="13258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3300" dirty="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1450" lvl="0" indent="-171450"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29D5438-3BC8-4817-9C86-A9AAA6047492}"/>
              </a:ext>
            </a:extLst>
          </p:cNvPr>
          <p:cNvSpPr txBox="1"/>
          <p:nvPr userDrawn="1"/>
        </p:nvSpPr>
        <p:spPr>
          <a:xfrm>
            <a:off x="1611355" y="4033186"/>
            <a:ext cx="1872629" cy="20082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450" dirty="0"/>
              <a:t>Aa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676EAA04-3941-4EEF-875A-DA2DBBB0CA8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477310" y="5551932"/>
            <a:ext cx="1492403" cy="564999"/>
          </a:xfr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en-US" dirty="0"/>
              <a:t>Font name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9DB07F4-2F4D-4904-9DDA-6D453F791811}"/>
              </a:ext>
            </a:extLst>
          </p:cNvPr>
          <p:cNvSpPr txBox="1"/>
          <p:nvPr userDrawn="1"/>
        </p:nvSpPr>
        <p:spPr>
          <a:xfrm>
            <a:off x="4965064" y="4033186"/>
            <a:ext cx="1835760" cy="20082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450" dirty="0">
                <a:latin typeface="+mj-lt"/>
              </a:rPr>
              <a:t>Aa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72303254-B5A5-44B0-8D71-FB4149C10B7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719714" y="5551931"/>
            <a:ext cx="1795635" cy="564999"/>
          </a:xfrm>
        </p:spPr>
        <p:txBody>
          <a:bodyPr anchor="ctr"/>
          <a:lstStyle>
            <a:lvl1pPr marL="0" indent="0" algn="l">
              <a:buNone/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Font name</a:t>
            </a:r>
          </a:p>
        </p:txBody>
      </p:sp>
    </p:spTree>
    <p:extLst>
      <p:ext uri="{BB962C8B-B14F-4D97-AF65-F5344CB8AC3E}">
        <p14:creationId xmlns:p14="http://schemas.microsoft.com/office/powerpoint/2010/main" val="3935162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46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152957"/>
            <a:ext cx="9144000" cy="552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048934" y="3071723"/>
            <a:ext cx="5046133" cy="714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extBox 1"/>
          <p:cNvSpPr txBox="1"/>
          <p:nvPr userDrawn="1"/>
        </p:nvSpPr>
        <p:spPr>
          <a:xfrm>
            <a:off x="3092605" y="6052151"/>
            <a:ext cx="2958790" cy="5078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350" dirty="0">
                <a:solidFill>
                  <a:srgbClr val="A5CD00"/>
                </a:solidFill>
              </a:rPr>
              <a:t>T</a:t>
            </a:r>
            <a:r>
              <a:rPr lang="en-US" sz="1350" baseline="0" dirty="0">
                <a:solidFill>
                  <a:srgbClr val="A5CD00"/>
                </a:solidFill>
              </a:rPr>
              <a:t>he free PowerPoint and Google Slides template library</a:t>
            </a:r>
            <a:endParaRPr lang="en-US" sz="1350" dirty="0">
              <a:solidFill>
                <a:srgbClr val="A5CD00"/>
              </a:solidFill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3721062" y="2667758"/>
            <a:ext cx="1701877" cy="300082"/>
            <a:chOff x="3437418" y="2667758"/>
            <a:chExt cx="2269169" cy="300082"/>
          </a:xfrm>
        </p:grpSpPr>
        <p:sp>
          <p:nvSpPr>
            <p:cNvPr id="9" name="TextBox 8"/>
            <p:cNvSpPr txBox="1"/>
            <p:nvPr userDrawn="1"/>
          </p:nvSpPr>
          <p:spPr>
            <a:xfrm>
              <a:off x="3437418" y="2667758"/>
              <a:ext cx="2269169" cy="30008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350">
                  <a:solidFill>
                    <a:schemeClr val="bg1"/>
                  </a:solidFill>
                  <a:effectLst/>
                </a:rPr>
                <a:t>Designed</a:t>
              </a:r>
              <a:r>
                <a:rPr lang="en-US" sz="1350" baseline="0">
                  <a:solidFill>
                    <a:schemeClr val="bg1"/>
                  </a:solidFill>
                  <a:effectLst/>
                </a:rPr>
                <a:t> with         by</a:t>
              </a:r>
              <a:endParaRPr lang="en-US" sz="1350" dirty="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0" name="Freeform 290"/>
            <p:cNvSpPr/>
            <p:nvPr userDrawn="1"/>
          </p:nvSpPr>
          <p:spPr>
            <a:xfrm>
              <a:off x="4977441" y="2705803"/>
              <a:ext cx="261456" cy="223991"/>
            </a:xfrm>
            <a:custGeom>
              <a:avLst/>
              <a:gdLst/>
              <a:ahLst/>
              <a:cxnLst/>
              <a:rect l="l" t="t" r="r" b="b"/>
              <a:pathLst>
                <a:path w="504825" h="432707">
                  <a:moveTo>
                    <a:pt x="134658" y="0"/>
                  </a:moveTo>
                  <a:cubicBezTo>
                    <a:pt x="146301" y="0"/>
                    <a:pt x="158180" y="2019"/>
                    <a:pt x="170294" y="6057"/>
                  </a:cubicBezTo>
                  <a:cubicBezTo>
                    <a:pt x="182407" y="10095"/>
                    <a:pt x="193676" y="15541"/>
                    <a:pt x="204099" y="22396"/>
                  </a:cubicBezTo>
                  <a:cubicBezTo>
                    <a:pt x="214522" y="29251"/>
                    <a:pt x="223490" y="35683"/>
                    <a:pt x="231002" y="41693"/>
                  </a:cubicBezTo>
                  <a:cubicBezTo>
                    <a:pt x="238514" y="47703"/>
                    <a:pt x="245652" y="54088"/>
                    <a:pt x="252412" y="60849"/>
                  </a:cubicBezTo>
                  <a:cubicBezTo>
                    <a:pt x="259174" y="54088"/>
                    <a:pt x="266310" y="47703"/>
                    <a:pt x="273823" y="41693"/>
                  </a:cubicBezTo>
                  <a:cubicBezTo>
                    <a:pt x="281334" y="35683"/>
                    <a:pt x="290303" y="29251"/>
                    <a:pt x="300726" y="22396"/>
                  </a:cubicBezTo>
                  <a:cubicBezTo>
                    <a:pt x="311149" y="15541"/>
                    <a:pt x="322417" y="10095"/>
                    <a:pt x="334531" y="6057"/>
                  </a:cubicBezTo>
                  <a:cubicBezTo>
                    <a:pt x="346645" y="2019"/>
                    <a:pt x="358524" y="0"/>
                    <a:pt x="370167" y="0"/>
                  </a:cubicBezTo>
                  <a:cubicBezTo>
                    <a:pt x="412236" y="0"/>
                    <a:pt x="445197" y="11644"/>
                    <a:pt x="469048" y="34932"/>
                  </a:cubicBezTo>
                  <a:cubicBezTo>
                    <a:pt x="492899" y="58220"/>
                    <a:pt x="504825" y="90523"/>
                    <a:pt x="504825" y="131840"/>
                  </a:cubicBezTo>
                  <a:cubicBezTo>
                    <a:pt x="504825" y="173346"/>
                    <a:pt x="483321" y="215602"/>
                    <a:pt x="440313" y="258610"/>
                  </a:cubicBezTo>
                  <a:lnTo>
                    <a:pt x="264807" y="427636"/>
                  </a:lnTo>
                  <a:cubicBezTo>
                    <a:pt x="261427" y="431017"/>
                    <a:pt x="257295" y="432707"/>
                    <a:pt x="252412" y="432707"/>
                  </a:cubicBezTo>
                  <a:cubicBezTo>
                    <a:pt x="247529" y="432707"/>
                    <a:pt x="243398" y="431017"/>
                    <a:pt x="240018" y="427636"/>
                  </a:cubicBezTo>
                  <a:lnTo>
                    <a:pt x="64230" y="258047"/>
                  </a:lnTo>
                  <a:cubicBezTo>
                    <a:pt x="62351" y="256544"/>
                    <a:pt x="59770" y="254103"/>
                    <a:pt x="56482" y="250722"/>
                  </a:cubicBezTo>
                  <a:cubicBezTo>
                    <a:pt x="53196" y="247342"/>
                    <a:pt x="47984" y="241191"/>
                    <a:pt x="40848" y="232270"/>
                  </a:cubicBezTo>
                  <a:cubicBezTo>
                    <a:pt x="33712" y="223349"/>
                    <a:pt x="27326" y="214194"/>
                    <a:pt x="21692" y="204803"/>
                  </a:cubicBezTo>
                  <a:cubicBezTo>
                    <a:pt x="16057" y="195413"/>
                    <a:pt x="11035" y="184051"/>
                    <a:pt x="6620" y="170717"/>
                  </a:cubicBezTo>
                  <a:cubicBezTo>
                    <a:pt x="2207" y="157382"/>
                    <a:pt x="0" y="144423"/>
                    <a:pt x="0" y="131840"/>
                  </a:cubicBezTo>
                  <a:cubicBezTo>
                    <a:pt x="0" y="90523"/>
                    <a:pt x="11926" y="58220"/>
                    <a:pt x="35777" y="34932"/>
                  </a:cubicBezTo>
                  <a:cubicBezTo>
                    <a:pt x="59629" y="11644"/>
                    <a:pt x="92588" y="0"/>
                    <a:pt x="134658" y="0"/>
                  </a:cubicBezTo>
                  <a:close/>
                </a:path>
              </a:pathLst>
            </a:custGeom>
            <a:solidFill>
              <a:srgbClr val="D900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391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presentationgo.com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C15358B-F44F-5344-A27B-3A6C43AD0B3C}"/>
              </a:ext>
            </a:extLst>
          </p:cNvPr>
          <p:cNvGrpSpPr/>
          <p:nvPr userDrawn="1"/>
        </p:nvGrpSpPr>
        <p:grpSpPr>
          <a:xfrm>
            <a:off x="0" y="6237769"/>
            <a:ext cx="9144000" cy="629637"/>
            <a:chOff x="0" y="6237768"/>
            <a:chExt cx="12192000" cy="629637"/>
          </a:xfrm>
        </p:grpSpPr>
        <p:sp>
          <p:nvSpPr>
            <p:cNvPr id="13" name="Shape">
              <a:extLst>
                <a:ext uri="{FF2B5EF4-FFF2-40B4-BE49-F238E27FC236}">
                  <a16:creationId xmlns:a16="http://schemas.microsoft.com/office/drawing/2014/main" id="{83BEAB5E-E060-284D-99FB-3E6FB3270AE0}"/>
                </a:ext>
              </a:extLst>
            </p:cNvPr>
            <p:cNvSpPr/>
            <p:nvPr/>
          </p:nvSpPr>
          <p:spPr>
            <a:xfrm>
              <a:off x="6096000" y="6237768"/>
              <a:ext cx="6096000" cy="629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extrusionOk="0">
                  <a:moveTo>
                    <a:pt x="21600" y="21216"/>
                  </a:moveTo>
                  <a:lnTo>
                    <a:pt x="10800" y="21216"/>
                  </a:lnTo>
                  <a:lnTo>
                    <a:pt x="0" y="21216"/>
                  </a:lnTo>
                  <a:lnTo>
                    <a:pt x="20712" y="33"/>
                  </a:lnTo>
                  <a:cubicBezTo>
                    <a:pt x="21188" y="-384"/>
                    <a:pt x="21600" y="3179"/>
                    <a:pt x="21600" y="7704"/>
                  </a:cubicBezTo>
                  <a:lnTo>
                    <a:pt x="21600" y="21216"/>
                  </a:ln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14" name="Shape">
              <a:extLst>
                <a:ext uri="{FF2B5EF4-FFF2-40B4-BE49-F238E27FC236}">
                  <a16:creationId xmlns:a16="http://schemas.microsoft.com/office/drawing/2014/main" id="{79C6C0F7-3D8F-B64A-AF4F-27374EE23267}"/>
                </a:ext>
              </a:extLst>
            </p:cNvPr>
            <p:cNvSpPr/>
            <p:nvPr/>
          </p:nvSpPr>
          <p:spPr>
            <a:xfrm>
              <a:off x="3048000" y="6237768"/>
              <a:ext cx="6096000" cy="629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extrusionOk="0">
                  <a:moveTo>
                    <a:pt x="21600" y="21216"/>
                  </a:moveTo>
                  <a:lnTo>
                    <a:pt x="10800" y="21216"/>
                  </a:lnTo>
                  <a:lnTo>
                    <a:pt x="0" y="21216"/>
                  </a:lnTo>
                  <a:lnTo>
                    <a:pt x="20712" y="33"/>
                  </a:lnTo>
                  <a:cubicBezTo>
                    <a:pt x="21188" y="-384"/>
                    <a:pt x="21600" y="3179"/>
                    <a:pt x="21600" y="7704"/>
                  </a:cubicBezTo>
                  <a:lnTo>
                    <a:pt x="21600" y="21216"/>
                  </a:ln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15" name="Shape">
              <a:extLst>
                <a:ext uri="{FF2B5EF4-FFF2-40B4-BE49-F238E27FC236}">
                  <a16:creationId xmlns:a16="http://schemas.microsoft.com/office/drawing/2014/main" id="{6A90CBCD-5D2F-0748-8817-DF19D5AB27CF}"/>
                </a:ext>
              </a:extLst>
            </p:cNvPr>
            <p:cNvSpPr/>
            <p:nvPr/>
          </p:nvSpPr>
          <p:spPr>
            <a:xfrm>
              <a:off x="0" y="6237768"/>
              <a:ext cx="6096000" cy="629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extrusionOk="0">
                  <a:moveTo>
                    <a:pt x="21600" y="21216"/>
                  </a:moveTo>
                  <a:lnTo>
                    <a:pt x="10800" y="21216"/>
                  </a:lnTo>
                  <a:lnTo>
                    <a:pt x="0" y="21216"/>
                  </a:lnTo>
                  <a:lnTo>
                    <a:pt x="20712" y="33"/>
                  </a:lnTo>
                  <a:cubicBezTo>
                    <a:pt x="21188" y="-384"/>
                    <a:pt x="21600" y="3179"/>
                    <a:pt x="21600" y="7704"/>
                  </a:cubicBezTo>
                  <a:lnTo>
                    <a:pt x="21600" y="21216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  <p:sp>
          <p:nvSpPr>
            <p:cNvPr id="16" name="Shape">
              <a:extLst>
                <a:ext uri="{FF2B5EF4-FFF2-40B4-BE49-F238E27FC236}">
                  <a16:creationId xmlns:a16="http://schemas.microsoft.com/office/drawing/2014/main" id="{665C409D-535B-AB4C-8150-C10AE8AE44A9}"/>
                </a:ext>
              </a:extLst>
            </p:cNvPr>
            <p:cNvSpPr/>
            <p:nvPr/>
          </p:nvSpPr>
          <p:spPr>
            <a:xfrm>
              <a:off x="0" y="6237768"/>
              <a:ext cx="3048001" cy="629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extrusionOk="0">
                  <a:moveTo>
                    <a:pt x="19825" y="33"/>
                  </a:moveTo>
                  <a:lnTo>
                    <a:pt x="0" y="10175"/>
                  </a:lnTo>
                  <a:lnTo>
                    <a:pt x="0" y="21216"/>
                  </a:lnTo>
                  <a:lnTo>
                    <a:pt x="21600" y="21216"/>
                  </a:lnTo>
                  <a:lnTo>
                    <a:pt x="21600" y="7704"/>
                  </a:lnTo>
                  <a:cubicBezTo>
                    <a:pt x="21600" y="3179"/>
                    <a:pt x="20776" y="-384"/>
                    <a:pt x="19825" y="33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sz="2250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6C7F94-AC2B-4ABA-8168-9102B651E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9E8B4-649E-4A8B-B6EE-CC6C44EF5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272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93780E-9A94-4D66-9FC2-734AC5AEF5F1}"/>
              </a:ext>
            </a:extLst>
          </p:cNvPr>
          <p:cNvSpPr/>
          <p:nvPr userDrawn="1"/>
        </p:nvSpPr>
        <p:spPr>
          <a:xfrm>
            <a:off x="-9526" y="7007227"/>
            <a:ext cx="1293944" cy="219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25" b="0" i="0" dirty="0">
                <a:solidFill>
                  <a:schemeClr val="accent1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825" b="0" i="0" u="none" strike="noStrike" dirty="0">
                <a:solidFill>
                  <a:schemeClr val="accent1"/>
                </a:solidFill>
                <a:effectLst/>
                <a:latin typeface="Open Sans" panose="020B0606030504020204" pitchFamily="34" charset="0"/>
                <a:hlinkClick r:id="rId13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825" dirty="0">
              <a:solidFill>
                <a:schemeClr val="accent1"/>
              </a:solidFill>
              <a:latin typeface="Calibri" panose="020F050202020403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32F9B4-C534-44E7-8E53-6B3CF87C8383}"/>
              </a:ext>
            </a:extLst>
          </p:cNvPr>
          <p:cNvGrpSpPr/>
          <p:nvPr userDrawn="1"/>
        </p:nvGrpSpPr>
        <p:grpSpPr>
          <a:xfrm>
            <a:off x="-1241181" y="-16654"/>
            <a:ext cx="1225058" cy="573672"/>
            <a:chOff x="-2096383" y="21447"/>
            <a:chExt cx="1633411" cy="57367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6BD643E-9383-4DCE-97E0-18B6179C2E33}"/>
                </a:ext>
              </a:extLst>
            </p:cNvPr>
            <p:cNvSpPr txBox="1"/>
            <p:nvPr userDrawn="1"/>
          </p:nvSpPr>
          <p:spPr>
            <a:xfrm>
              <a:off x="-2096383" y="21447"/>
              <a:ext cx="427896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5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47BF03-421F-44AE-8D61-516BA442BCFD}"/>
                </a:ext>
              </a:extLst>
            </p:cNvPr>
            <p:cNvSpPr txBox="1"/>
            <p:nvPr userDrawn="1"/>
          </p:nvSpPr>
          <p:spPr>
            <a:xfrm>
              <a:off x="-1002009" y="387370"/>
              <a:ext cx="539037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5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25AF704-0297-4965-ABDA-DCACCBDEC4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302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6" r:id="rId5"/>
    <p:sldLayoutId id="2147483697" r:id="rId6"/>
    <p:sldLayoutId id="2147483695" r:id="rId7"/>
    <p:sldLayoutId id="2147483692" r:id="rId8"/>
    <p:sldLayoutId id="2147483693" r:id="rId9"/>
    <p:sldLayoutId id="2147483694" r:id="rId10"/>
    <p:sldLayoutId id="2147483677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spcAft>
          <a:spcPts val="9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spcAft>
          <a:spcPts val="90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spcAft>
          <a:spcPts val="900"/>
        </a:spcAft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spcAft>
          <a:spcPts val="900"/>
        </a:spcAft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16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9.png"/><Relationship Id="rId5" Type="http://schemas.openxmlformats.org/officeDocument/2006/relationships/image" Target="../media/image15.png"/><Relationship Id="rId10" Type="http://schemas.openxmlformats.org/officeDocument/2006/relationships/image" Target="../media/image35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2.jpg"/><Relationship Id="rId5" Type="http://schemas.openxmlformats.org/officeDocument/2006/relationships/image" Target="../media/image38.png"/><Relationship Id="rId10" Type="http://schemas.openxmlformats.org/officeDocument/2006/relationships/image" Target="../media/image41.png"/><Relationship Id="rId4" Type="http://schemas.openxmlformats.org/officeDocument/2006/relationships/image" Target="../media/image37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43.png"/><Relationship Id="rId4" Type="http://schemas.openxmlformats.org/officeDocument/2006/relationships/image" Target="../media/image24.png"/><Relationship Id="rId9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52.png"/><Relationship Id="rId3" Type="http://schemas.openxmlformats.org/officeDocument/2006/relationships/image" Target="../media/image12.png"/><Relationship Id="rId7" Type="http://schemas.openxmlformats.org/officeDocument/2006/relationships/image" Target="../media/image36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6" Type="http://schemas.openxmlformats.org/officeDocument/2006/relationships/hyperlink" Target="mailto:adjeiyawosei@gmail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0.png"/><Relationship Id="rId5" Type="http://schemas.openxmlformats.org/officeDocument/2006/relationships/image" Target="../media/image46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45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96478-0438-4D0D-A7E9-EF6F93B41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5803" y="2586027"/>
            <a:ext cx="6171786" cy="822575"/>
          </a:xfrm>
        </p:spPr>
        <p:txBody>
          <a:bodyPr>
            <a:normAutofit/>
          </a:bodyPr>
          <a:lstStyle/>
          <a:p>
            <a:pPr algn="ctr"/>
            <a:r>
              <a:rPr lang="en-US" sz="2625" b="1" dirty="0"/>
              <a:t>Beyond Intelligence: </a:t>
            </a:r>
            <a:br>
              <a:rPr lang="en-US" sz="2625" b="1" dirty="0"/>
            </a:br>
            <a:r>
              <a:rPr lang="en-US" sz="2625" b="1" dirty="0"/>
              <a:t>Building Trustworthy and Ethical AI Systems</a:t>
            </a:r>
          </a:p>
        </p:txBody>
      </p:sp>
    </p:spTree>
    <p:extLst>
      <p:ext uri="{BB962C8B-B14F-4D97-AF65-F5344CB8AC3E}">
        <p14:creationId xmlns:p14="http://schemas.microsoft.com/office/powerpoint/2010/main" val="417488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435-CC94-4A79-91D6-FFCD67E9C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Quick Activity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199819-9472-D93E-C955-5B2584AA0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416" y="886651"/>
            <a:ext cx="2321169" cy="232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864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50" b="1" dirty="0"/>
              <a:t>What to Expect Today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25" noProof="1">
                <a:solidFill>
                  <a:schemeClr val="accent5">
                    <a:lumMod val="10000"/>
                  </a:schemeClr>
                </a:solidFill>
              </a:rPr>
              <a:t>Today, we’ll dive into</a:t>
            </a:r>
          </a:p>
          <a:p>
            <a:r>
              <a:rPr lang="en-US" sz="2625" noProof="1">
                <a:solidFill>
                  <a:schemeClr val="accent5">
                    <a:lumMod val="10000"/>
                  </a:schemeClr>
                </a:solidFill>
              </a:rPr>
              <a:t>The AI Landscape</a:t>
            </a:r>
          </a:p>
          <a:p>
            <a:r>
              <a:rPr lang="en-US" sz="2625" noProof="1">
                <a:solidFill>
                  <a:schemeClr val="accent5">
                    <a:lumMod val="10000"/>
                  </a:schemeClr>
                </a:solidFill>
              </a:rPr>
              <a:t>Building Trust &amp; Ethics in AI.</a:t>
            </a:r>
          </a:p>
          <a:p>
            <a:r>
              <a:rPr lang="en-US" sz="2625" noProof="1">
                <a:solidFill>
                  <a:schemeClr val="accent5">
                    <a:lumMod val="10000"/>
                  </a:schemeClr>
                </a:solidFill>
              </a:rPr>
              <a:t>Future Trends &amp; Tools.</a:t>
            </a:r>
          </a:p>
        </p:txBody>
      </p:sp>
    </p:spTree>
    <p:extLst>
      <p:ext uri="{BB962C8B-B14F-4D97-AF65-F5344CB8AC3E}">
        <p14:creationId xmlns:p14="http://schemas.microsoft.com/office/powerpoint/2010/main" val="2331497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96478-0438-4D0D-A7E9-EF6F93B41D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750" b="1" dirty="0"/>
              <a:t>What is an ethical AI?</a:t>
            </a:r>
          </a:p>
        </p:txBody>
      </p:sp>
    </p:spTree>
    <p:extLst>
      <p:ext uri="{BB962C8B-B14F-4D97-AF65-F5344CB8AC3E}">
        <p14:creationId xmlns:p14="http://schemas.microsoft.com/office/powerpoint/2010/main" val="2803063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AI Today – The Gap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2216517"/>
            <a:ext cx="3943350" cy="645241"/>
          </a:xfrm>
        </p:spPr>
        <p:txBody>
          <a:bodyPr>
            <a:normAutofit/>
          </a:bodyPr>
          <a:lstStyle/>
          <a:p>
            <a:r>
              <a:rPr lang="en-US" sz="2250" dirty="0"/>
              <a:t>80% use AI</a:t>
            </a:r>
            <a:endParaRPr lang="en-US" sz="2250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2FE411-D19B-3962-5992-2BE912A04DF4}"/>
              </a:ext>
            </a:extLst>
          </p:cNvPr>
          <p:cNvSpPr txBox="1"/>
          <p:nvPr/>
        </p:nvSpPr>
        <p:spPr>
          <a:xfrm>
            <a:off x="628650" y="3268372"/>
            <a:ext cx="394335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250" dirty="0">
                <a:solidFill>
                  <a:schemeClr val="bg1"/>
                </a:solidFill>
              </a:rPr>
              <a:t>Only 1% mastered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D6ECBB-8146-F66D-1A35-17C716250AE7}"/>
              </a:ext>
            </a:extLst>
          </p:cNvPr>
          <p:cNvSpPr txBox="1"/>
          <p:nvPr/>
        </p:nvSpPr>
        <p:spPr>
          <a:xfrm>
            <a:off x="628650" y="4577525"/>
            <a:ext cx="3943349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50" dirty="0">
                <a:solidFill>
                  <a:schemeClr val="bg1"/>
                </a:solidFill>
              </a:rPr>
              <a:t>$4.4 trillion opportunity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410062-BFF8-D872-E4CC-CD6AC9FCB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61" y="1916010"/>
            <a:ext cx="941543" cy="9774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379ED3-2E9B-D2B3-0BE4-E997D4FB7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61" y="4504290"/>
            <a:ext cx="941543" cy="9774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DF0B901-2D80-53A0-8791-5AB5461C87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4060" y="3092846"/>
            <a:ext cx="941544" cy="9774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911C0C6-60A7-CE67-81D2-7D29507F91EB}"/>
              </a:ext>
            </a:extLst>
          </p:cNvPr>
          <p:cNvSpPr txBox="1"/>
          <p:nvPr/>
        </p:nvSpPr>
        <p:spPr>
          <a:xfrm>
            <a:off x="6271588" y="2239446"/>
            <a:ext cx="2461748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50" dirty="0">
                <a:solidFill>
                  <a:schemeClr val="bg1"/>
                </a:solidFill>
              </a:rPr>
              <a:t>Smarter Models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128ACA-5909-8C79-248E-5543CA6092B4}"/>
              </a:ext>
            </a:extLst>
          </p:cNvPr>
          <p:cNvSpPr txBox="1"/>
          <p:nvPr/>
        </p:nvSpPr>
        <p:spPr>
          <a:xfrm>
            <a:off x="6271588" y="3437009"/>
            <a:ext cx="2872412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50" dirty="0">
                <a:solidFill>
                  <a:schemeClr val="bg1"/>
                </a:solidFill>
              </a:rPr>
              <a:t>Agentic workflows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938D41-8A46-4EDB-897E-8FC2FDEBC67D}"/>
              </a:ext>
            </a:extLst>
          </p:cNvPr>
          <p:cNvSpPr txBox="1"/>
          <p:nvPr/>
        </p:nvSpPr>
        <p:spPr>
          <a:xfrm>
            <a:off x="6394699" y="4779890"/>
            <a:ext cx="5191626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50" dirty="0">
                <a:solidFill>
                  <a:schemeClr val="bg1"/>
                </a:solidFill>
              </a:rPr>
              <a:t>Trust Gap</a:t>
            </a:r>
          </a:p>
        </p:txBody>
      </p:sp>
    </p:spTree>
    <p:extLst>
      <p:ext uri="{BB962C8B-B14F-4D97-AF65-F5344CB8AC3E}">
        <p14:creationId xmlns:p14="http://schemas.microsoft.com/office/powerpoint/2010/main" val="12572213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9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2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  <p:bldP spid="8" grpId="0"/>
      <p:bldP spid="10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667060-702E-0E82-336E-06CF0F12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075" b="1" dirty="0"/>
              <a:t>Why Your AI Project Fails: Common Barriers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EECFF5-5595-0DBB-C704-661F3EA8A253}"/>
              </a:ext>
            </a:extLst>
          </p:cNvPr>
          <p:cNvSpPr txBox="1"/>
          <p:nvPr/>
        </p:nvSpPr>
        <p:spPr>
          <a:xfrm>
            <a:off x="454657" y="3115542"/>
            <a:ext cx="3235350" cy="480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75" dirty="0">
                <a:solidFill>
                  <a:schemeClr val="accent5">
                    <a:lumMod val="10000"/>
                  </a:schemeClr>
                </a:solidFill>
              </a:rPr>
              <a:t>Bad Data = Bad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AE5ECC-E5A3-79EC-C521-2063D64B38EF}"/>
              </a:ext>
            </a:extLst>
          </p:cNvPr>
          <p:cNvSpPr txBox="1"/>
          <p:nvPr/>
        </p:nvSpPr>
        <p:spPr>
          <a:xfrm>
            <a:off x="6735583" y="5107573"/>
            <a:ext cx="2342226" cy="480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75" dirty="0">
                <a:solidFill>
                  <a:schemeClr val="accent5">
                    <a:lumMod val="10000"/>
                  </a:schemeClr>
                </a:solidFill>
              </a:rPr>
              <a:t>Privacy &amp; Compliance</a:t>
            </a:r>
          </a:p>
        </p:txBody>
      </p:sp>
      <p:pic>
        <p:nvPicPr>
          <p:cNvPr id="9" name="Picture 8" descr="A computer server and a yellow object&#10;&#10;AI-generated content may be incorrect.">
            <a:extLst>
              <a:ext uri="{FF2B5EF4-FFF2-40B4-BE49-F238E27FC236}">
                <a16:creationId xmlns:a16="http://schemas.microsoft.com/office/drawing/2014/main" id="{21DE3919-148B-583A-87A1-D8609102F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39" y="2200565"/>
            <a:ext cx="1069557" cy="10695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CDC1E0-A5AD-5942-A7CC-744C61AD578B}"/>
              </a:ext>
            </a:extLst>
          </p:cNvPr>
          <p:cNvSpPr txBox="1"/>
          <p:nvPr/>
        </p:nvSpPr>
        <p:spPr>
          <a:xfrm>
            <a:off x="6801774" y="3041455"/>
            <a:ext cx="2342226" cy="480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75" dirty="0">
                <a:solidFill>
                  <a:schemeClr val="accent5">
                    <a:lumMod val="10000"/>
                  </a:schemeClr>
                </a:solidFill>
              </a:rPr>
              <a:t>No Domain Data</a:t>
            </a:r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831EA7F-3511-E1A1-17DC-23F79C13EF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151" y="4265594"/>
            <a:ext cx="960680" cy="9606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643FD3-5C72-37D0-3431-548C77174B9D}"/>
              </a:ext>
            </a:extLst>
          </p:cNvPr>
          <p:cNvSpPr txBox="1"/>
          <p:nvPr/>
        </p:nvSpPr>
        <p:spPr>
          <a:xfrm>
            <a:off x="684080" y="5164732"/>
            <a:ext cx="2342226" cy="480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75" dirty="0">
                <a:solidFill>
                  <a:schemeClr val="accent5">
                    <a:lumMod val="10000"/>
                  </a:schemeClr>
                </a:solidFill>
              </a:rPr>
              <a:t>Skills Gaps</a:t>
            </a:r>
          </a:p>
        </p:txBody>
      </p:sp>
      <p:pic>
        <p:nvPicPr>
          <p:cNvPr id="1026" name="Picture 2" descr="Businessman with doubts ">
            <a:extLst>
              <a:ext uri="{FF2B5EF4-FFF2-40B4-BE49-F238E27FC236}">
                <a16:creationId xmlns:a16="http://schemas.microsoft.com/office/drawing/2014/main" id="{AA321752-D769-35FE-0B94-C67BDF52D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170" y="4114305"/>
            <a:ext cx="960680" cy="102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A yellow folder with a paper inside&#10;&#10;AI-generated content may be incorrect.">
            <a:extLst>
              <a:ext uri="{FF2B5EF4-FFF2-40B4-BE49-F238E27FC236}">
                <a16:creationId xmlns:a16="http://schemas.microsoft.com/office/drawing/2014/main" id="{5EDDBCA0-91DE-CDCA-2639-5771F27F24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8491" y="2323304"/>
            <a:ext cx="802696" cy="7756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E38225-62B4-BD4E-108A-33F7021F2789}"/>
              </a:ext>
            </a:extLst>
          </p:cNvPr>
          <p:cNvSpPr txBox="1"/>
          <p:nvPr/>
        </p:nvSpPr>
        <p:spPr>
          <a:xfrm>
            <a:off x="3690007" y="3414165"/>
            <a:ext cx="2342226" cy="480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75" b="1" dirty="0">
                <a:solidFill>
                  <a:schemeClr val="accent5">
                    <a:lumMod val="10000"/>
                  </a:schemeClr>
                </a:solidFill>
              </a:rPr>
              <a:t>Only 5% see ROI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70EA167-C083-F1C2-2BD8-A18C3FB33CE7}"/>
              </a:ext>
            </a:extLst>
          </p:cNvPr>
          <p:cNvCxnSpPr>
            <a:cxnSpLocks/>
          </p:cNvCxnSpPr>
          <p:nvPr/>
        </p:nvCxnSpPr>
        <p:spPr>
          <a:xfrm flipV="1">
            <a:off x="2072332" y="3871501"/>
            <a:ext cx="1487297" cy="924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8B3DC83-33B9-4C20-5676-19A77E568AC5}"/>
              </a:ext>
            </a:extLst>
          </p:cNvPr>
          <p:cNvCxnSpPr>
            <a:cxnSpLocks/>
          </p:cNvCxnSpPr>
          <p:nvPr/>
        </p:nvCxnSpPr>
        <p:spPr>
          <a:xfrm flipH="1" flipV="1">
            <a:off x="5584372" y="3871501"/>
            <a:ext cx="1511147" cy="733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7D9F47B-B8BF-CD65-EAF5-8EE81F822236}"/>
              </a:ext>
            </a:extLst>
          </p:cNvPr>
          <p:cNvCxnSpPr>
            <a:cxnSpLocks/>
            <a:endCxn id="2" idx="3"/>
          </p:cNvCxnSpPr>
          <p:nvPr/>
        </p:nvCxnSpPr>
        <p:spPr>
          <a:xfrm>
            <a:off x="2072332" y="2274653"/>
            <a:ext cx="1617675" cy="1081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5DBE7D9-3113-B4C0-D351-E521BA32F9A0}"/>
              </a:ext>
            </a:extLst>
          </p:cNvPr>
          <p:cNvCxnSpPr>
            <a:cxnSpLocks/>
          </p:cNvCxnSpPr>
          <p:nvPr/>
        </p:nvCxnSpPr>
        <p:spPr>
          <a:xfrm flipH="1">
            <a:off x="5575905" y="2274653"/>
            <a:ext cx="1382470" cy="1103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95EF478-7971-3F9D-B5D0-379DE28C8D88}"/>
              </a:ext>
            </a:extLst>
          </p:cNvPr>
          <p:cNvSpPr txBox="1"/>
          <p:nvPr/>
        </p:nvSpPr>
        <p:spPr>
          <a:xfrm>
            <a:off x="4084393" y="5827626"/>
            <a:ext cx="1375613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675" dirty="0">
                <a:solidFill>
                  <a:schemeClr val="bg2">
                    <a:lumMod val="10000"/>
                  </a:schemeClr>
                </a:solidFill>
                <a:latin typeface="Boing"/>
              </a:rPr>
              <a:t>MIT Study  (Aug 2025)</a:t>
            </a:r>
          </a:p>
        </p:txBody>
      </p:sp>
    </p:spTree>
    <p:extLst>
      <p:ext uri="{BB962C8B-B14F-4D97-AF65-F5344CB8AC3E}">
        <p14:creationId xmlns:p14="http://schemas.microsoft.com/office/powerpoint/2010/main" val="2619079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7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2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4" grpId="0"/>
      <p:bldP spid="5" grpId="0"/>
      <p:bldP spid="10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BEA63D1E-793F-ECC2-EFDF-9F5490A46507}"/>
              </a:ext>
            </a:extLst>
          </p:cNvPr>
          <p:cNvSpPr/>
          <p:nvPr/>
        </p:nvSpPr>
        <p:spPr>
          <a:xfrm>
            <a:off x="1103" y="3257835"/>
            <a:ext cx="617220" cy="438581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73EDC2D-83EA-7BDE-1F97-B5968F164084}"/>
              </a:ext>
            </a:extLst>
          </p:cNvPr>
          <p:cNvSpPr/>
          <p:nvPr/>
        </p:nvSpPr>
        <p:spPr>
          <a:xfrm>
            <a:off x="1708886" y="3257835"/>
            <a:ext cx="617220" cy="438581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Oval 11"/>
          <p:cNvSpPr/>
          <p:nvPr/>
        </p:nvSpPr>
        <p:spPr>
          <a:xfrm>
            <a:off x="849427" y="2224999"/>
            <a:ext cx="617220" cy="438581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9908" y="2081817"/>
            <a:ext cx="2499462" cy="775637"/>
          </a:xfrm>
        </p:spPr>
        <p:txBody>
          <a:bodyPr>
            <a:noAutofit/>
          </a:bodyPr>
          <a:lstStyle/>
          <a:p>
            <a:r>
              <a:rPr lang="en-US" sz="2100" dirty="0">
                <a:latin typeface="+mn-lt"/>
              </a:rPr>
              <a:t>Real Consequences</a:t>
            </a:r>
          </a:p>
        </p:txBody>
      </p:sp>
      <p:sp>
        <p:nvSpPr>
          <p:cNvPr id="2" name="Isosceles Triangle 1"/>
          <p:cNvSpPr/>
          <p:nvPr/>
        </p:nvSpPr>
        <p:spPr>
          <a:xfrm>
            <a:off x="634665" y="2653363"/>
            <a:ext cx="1046747" cy="775637"/>
          </a:xfrm>
          <a:prstGeom prst="triangle">
            <a:avLst/>
          </a:prstGeom>
          <a:solidFill>
            <a:srgbClr val="E6E6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659844-47AE-1335-CD1E-6DA90839041E}"/>
              </a:ext>
            </a:extLst>
          </p:cNvPr>
          <p:cNvSpPr txBox="1"/>
          <p:nvPr/>
        </p:nvSpPr>
        <p:spPr>
          <a:xfrm>
            <a:off x="903640" y="2118529"/>
            <a:ext cx="5581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685800">
              <a:defRPr/>
            </a:pPr>
            <a:endParaRPr sz="1350" kern="0" dirty="0">
              <a:solidFill>
                <a:prstClr val="black"/>
              </a:solidFill>
            </a:endParaRPr>
          </a:p>
          <a:p>
            <a:pPr defTabSz="685800">
              <a:defRPr sz="1400" b="1"/>
            </a:pPr>
            <a:r>
              <a:rPr lang="en-US" sz="1050" b="1" kern="0" dirty="0">
                <a:solidFill>
                  <a:prstClr val="black"/>
                </a:solidFill>
              </a:rPr>
              <a:t>Lawful</a:t>
            </a:r>
            <a:endParaRPr sz="1050" b="1" kern="0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4E66DB-B083-569B-78E5-82857A8CEAF7}"/>
              </a:ext>
            </a:extLst>
          </p:cNvPr>
          <p:cNvSpPr txBox="1"/>
          <p:nvPr/>
        </p:nvSpPr>
        <p:spPr>
          <a:xfrm>
            <a:off x="1741569" y="3161583"/>
            <a:ext cx="5774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685800">
              <a:defRPr/>
            </a:pPr>
            <a:endParaRPr sz="1350" kern="0" dirty="0">
              <a:solidFill>
                <a:prstClr val="black"/>
              </a:solidFill>
            </a:endParaRPr>
          </a:p>
          <a:p>
            <a:pPr defTabSz="685800">
              <a:defRPr sz="1400" b="1"/>
            </a:pPr>
            <a:r>
              <a:rPr sz="1050" b="1" kern="0" dirty="0">
                <a:solidFill>
                  <a:prstClr val="black"/>
                </a:solidFill>
              </a:rPr>
              <a:t>Robust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3E5AE1-7314-8A71-5E05-790E7046CF85}"/>
              </a:ext>
            </a:extLst>
          </p:cNvPr>
          <p:cNvSpPr txBox="1"/>
          <p:nvPr/>
        </p:nvSpPr>
        <p:spPr>
          <a:xfrm>
            <a:off x="45599" y="3149551"/>
            <a:ext cx="5581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685800">
              <a:defRPr/>
            </a:pPr>
            <a:endParaRPr sz="1350" kern="0" dirty="0">
              <a:solidFill>
                <a:prstClr val="black"/>
              </a:solidFill>
            </a:endParaRPr>
          </a:p>
          <a:p>
            <a:pPr defTabSz="685800">
              <a:defRPr sz="1400" b="1"/>
            </a:pPr>
            <a:r>
              <a:rPr sz="1050" b="1" kern="0" dirty="0">
                <a:solidFill>
                  <a:prstClr val="black"/>
                </a:solidFill>
              </a:rPr>
              <a:t>Ethica</a:t>
            </a:r>
            <a:r>
              <a:rPr lang="en-US" sz="1050" b="1" kern="0" dirty="0">
                <a:solidFill>
                  <a:prstClr val="black"/>
                </a:solidFill>
              </a:rPr>
              <a:t>l</a:t>
            </a:r>
            <a:endParaRPr sz="1050" b="1" kern="0" dirty="0">
              <a:solidFill>
                <a:prstClr val="black"/>
              </a:solidFill>
            </a:endParaRP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827C94E5-FCE1-8BEA-4805-A04E83A45A07}"/>
              </a:ext>
            </a:extLst>
          </p:cNvPr>
          <p:cNvSpPr txBox="1">
            <a:spLocks/>
          </p:cNvSpPr>
          <p:nvPr/>
        </p:nvSpPr>
        <p:spPr>
          <a:xfrm>
            <a:off x="742950" y="547568"/>
            <a:ext cx="6911485" cy="775637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Trustworthy AI Framework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7F54FD7-DB41-18B0-A4B2-D5021506A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947" y="2732047"/>
            <a:ext cx="679814" cy="67981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F7B9087-AE4B-A4D0-FCF9-A9ED5B0A6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636" y="3652618"/>
            <a:ext cx="916893" cy="7756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E3E66E6-D3C0-DB90-1B65-8A83ECB35D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5636" y="4600989"/>
            <a:ext cx="775637" cy="775637"/>
          </a:xfrm>
          <a:prstGeom prst="rect">
            <a:avLst/>
          </a:prstGeom>
        </p:spPr>
      </p:pic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210F298F-D2ED-B81B-0F5A-CAB28C6FD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912" y="3978065"/>
            <a:ext cx="2072930" cy="3280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25" noProof="1">
                <a:solidFill>
                  <a:schemeClr val="accent5">
                    <a:lumMod val="10000"/>
                  </a:schemeClr>
                </a:solidFill>
              </a:rPr>
              <a:t>Legal blocks deployment</a:t>
            </a: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475A9C11-4463-E94C-FF76-D3079185BFA4}"/>
              </a:ext>
            </a:extLst>
          </p:cNvPr>
          <p:cNvSpPr txBox="1">
            <a:spLocks/>
          </p:cNvSpPr>
          <p:nvPr/>
        </p:nvSpPr>
        <p:spPr>
          <a:xfrm>
            <a:off x="7335612" y="4988806"/>
            <a:ext cx="1870447" cy="53872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5" noProof="1">
                <a:solidFill>
                  <a:schemeClr val="accent5">
                    <a:lumMod val="10000"/>
                  </a:schemeClr>
                </a:solidFill>
              </a:rPr>
              <a:t>Documentary on AI Bias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9D166306-1747-7EA3-0B2A-2F87253B97C2}"/>
              </a:ext>
            </a:extLst>
          </p:cNvPr>
          <p:cNvSpPr txBox="1">
            <a:spLocks/>
          </p:cNvSpPr>
          <p:nvPr/>
        </p:nvSpPr>
        <p:spPr>
          <a:xfrm>
            <a:off x="3920367" y="4988807"/>
            <a:ext cx="1903486" cy="328047"/>
          </a:xfrm>
          <a:prstGeom prst="rect">
            <a:avLst/>
          </a:prstGeom>
        </p:spPr>
        <p:txBody>
          <a:bodyPr vert="horz" lIns="68580" tIns="34290" rIns="68580" bIns="3429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25" noProof="1">
                <a:solidFill>
                  <a:schemeClr val="accent5">
                    <a:lumMod val="10000"/>
                  </a:schemeClr>
                </a:solidFill>
              </a:rPr>
              <a:t>Users abandon features</a:t>
            </a:r>
          </a:p>
        </p:txBody>
      </p:sp>
      <p:sp>
        <p:nvSpPr>
          <p:cNvPr id="26" name="Title 3">
            <a:extLst>
              <a:ext uri="{FF2B5EF4-FFF2-40B4-BE49-F238E27FC236}">
                <a16:creationId xmlns:a16="http://schemas.microsoft.com/office/drawing/2014/main" id="{263FC06D-D51E-14ED-7643-0DC0F1666AC6}"/>
              </a:ext>
            </a:extLst>
          </p:cNvPr>
          <p:cNvSpPr txBox="1">
            <a:spLocks/>
          </p:cNvSpPr>
          <p:nvPr/>
        </p:nvSpPr>
        <p:spPr>
          <a:xfrm>
            <a:off x="2923320" y="2070019"/>
            <a:ext cx="2842024" cy="775637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00" dirty="0">
                <a:latin typeface="+mn-lt"/>
              </a:rPr>
              <a:t>Why Projects Get Killed?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8BA63B9-E758-773D-05D5-0A4387B62B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1933" y="2761732"/>
            <a:ext cx="775637" cy="77563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47A8E49-481D-0DD5-1A2F-CAAF0896B3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8581" y="4751890"/>
            <a:ext cx="775637" cy="77563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0BA158A-3D40-BE7D-D734-C367433976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8581" y="3727071"/>
            <a:ext cx="775637" cy="785777"/>
          </a:xfrm>
          <a:prstGeom prst="rect">
            <a:avLst/>
          </a:prstGeom>
        </p:spPr>
      </p:pic>
      <p:sp>
        <p:nvSpPr>
          <p:cNvPr id="33" name="Content Placeholder 4">
            <a:extLst>
              <a:ext uri="{FF2B5EF4-FFF2-40B4-BE49-F238E27FC236}">
                <a16:creationId xmlns:a16="http://schemas.microsoft.com/office/drawing/2014/main" id="{2A6C9C2F-014D-B3C7-A5E8-21E2EE0F17FF}"/>
              </a:ext>
            </a:extLst>
          </p:cNvPr>
          <p:cNvSpPr txBox="1">
            <a:spLocks/>
          </p:cNvSpPr>
          <p:nvPr/>
        </p:nvSpPr>
        <p:spPr>
          <a:xfrm>
            <a:off x="7247570" y="2984315"/>
            <a:ext cx="1870447" cy="328047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5" noProof="1">
                <a:solidFill>
                  <a:schemeClr val="accent5">
                    <a:lumMod val="10000"/>
                  </a:schemeClr>
                </a:solidFill>
              </a:rPr>
              <a:t>Quit Facial Recognition (2020)</a:t>
            </a:r>
          </a:p>
        </p:txBody>
      </p:sp>
      <p:sp>
        <p:nvSpPr>
          <p:cNvPr id="34" name="Content Placeholder 4">
            <a:extLst>
              <a:ext uri="{FF2B5EF4-FFF2-40B4-BE49-F238E27FC236}">
                <a16:creationId xmlns:a16="http://schemas.microsoft.com/office/drawing/2014/main" id="{F03B8AFE-239F-0A8F-F61E-67A42F9DEFFA}"/>
              </a:ext>
            </a:extLst>
          </p:cNvPr>
          <p:cNvSpPr txBox="1">
            <a:spLocks/>
          </p:cNvSpPr>
          <p:nvPr/>
        </p:nvSpPr>
        <p:spPr>
          <a:xfrm>
            <a:off x="7335611" y="4040435"/>
            <a:ext cx="1782405" cy="32804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5" noProof="1">
                <a:solidFill>
                  <a:schemeClr val="accent5">
                    <a:lumMod val="10000"/>
                  </a:schemeClr>
                </a:solidFill>
              </a:rPr>
              <a:t>Paused Police Use</a:t>
            </a:r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5A57D813-78D4-5ABD-EB78-B70287DCCAD9}"/>
              </a:ext>
            </a:extLst>
          </p:cNvPr>
          <p:cNvSpPr txBox="1">
            <a:spLocks/>
          </p:cNvSpPr>
          <p:nvPr/>
        </p:nvSpPr>
        <p:spPr>
          <a:xfrm>
            <a:off x="3947891" y="2934143"/>
            <a:ext cx="1963025" cy="438597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5" noProof="1">
                <a:solidFill>
                  <a:schemeClr val="accent5">
                    <a:lumMod val="10000"/>
                  </a:schemeClr>
                </a:solidFill>
              </a:rPr>
              <a:t>Can’t explain decisions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682298-A364-8F01-CDFA-68765620FC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0728" y="2753637"/>
            <a:ext cx="799609" cy="7996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C57212-D082-AC89-66E2-3E1EE53FBE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4609" y="3685935"/>
            <a:ext cx="799609" cy="79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96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5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4" grpId="0" animBg="1"/>
      <p:bldP spid="12" grpId="0" animBg="1"/>
      <p:bldP spid="4" grpId="0"/>
      <p:bldP spid="2" grpId="0" animBg="1"/>
      <p:bldP spid="7" grpId="0"/>
      <p:bldP spid="9" grpId="0"/>
      <p:bldP spid="11" grpId="0"/>
      <p:bldP spid="16" grpId="0"/>
      <p:bldP spid="23" grpId="0" build="p"/>
      <p:bldP spid="24" grpId="0"/>
      <p:bldP spid="25" grpId="0"/>
      <p:bldP spid="33" grpId="0"/>
      <p:bldP spid="34" grpId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Why Companies Should 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C51BE-8103-E2C0-E6B8-4FA01E93E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0296" y="2122407"/>
            <a:ext cx="1271690" cy="2703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25" dirty="0">
                <a:solidFill>
                  <a:schemeClr val="bg2">
                    <a:lumMod val="10000"/>
                  </a:schemeClr>
                </a:solidFill>
              </a:rPr>
              <a:t>Legal Costs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4BBBFAA-136D-7151-1867-D4A5989E29FC}"/>
              </a:ext>
            </a:extLst>
          </p:cNvPr>
          <p:cNvSpPr txBox="1">
            <a:spLocks/>
          </p:cNvSpPr>
          <p:nvPr/>
        </p:nvSpPr>
        <p:spPr>
          <a:xfrm>
            <a:off x="922015" y="3394157"/>
            <a:ext cx="1092137" cy="33318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Trust = Revenue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ADEF11F-5B4B-7706-42F5-06203ACF5C1E}"/>
              </a:ext>
            </a:extLst>
          </p:cNvPr>
          <p:cNvSpPr txBox="1">
            <a:spLocks/>
          </p:cNvSpPr>
          <p:nvPr/>
        </p:nvSpPr>
        <p:spPr>
          <a:xfrm>
            <a:off x="632869" y="4094258"/>
            <a:ext cx="2873830" cy="30582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5" dirty="0">
                <a:solidFill>
                  <a:schemeClr val="bg2">
                    <a:lumMod val="10000"/>
                  </a:schemeClr>
                </a:solidFill>
              </a:rPr>
              <a:t>Regulatory Penalties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D1EFD2B-4787-863A-32A5-C9F27D959E04}"/>
              </a:ext>
            </a:extLst>
          </p:cNvPr>
          <p:cNvSpPr txBox="1">
            <a:spLocks/>
          </p:cNvSpPr>
          <p:nvPr/>
        </p:nvSpPr>
        <p:spPr>
          <a:xfrm>
            <a:off x="3616779" y="3451793"/>
            <a:ext cx="2334986" cy="162809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1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D8F4DAC-7D24-1C7F-B867-303D084DE181}"/>
              </a:ext>
            </a:extLst>
          </p:cNvPr>
          <p:cNvSpPr txBox="1">
            <a:spLocks/>
          </p:cNvSpPr>
          <p:nvPr/>
        </p:nvSpPr>
        <p:spPr>
          <a:xfrm>
            <a:off x="628650" y="2124735"/>
            <a:ext cx="1809383" cy="33318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5" dirty="0">
                <a:solidFill>
                  <a:schemeClr val="bg2">
                    <a:lumMod val="10000"/>
                  </a:schemeClr>
                </a:solidFill>
              </a:rPr>
              <a:t>User Adoption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DD1678-0B08-993C-E3BD-B0DF5853AEF4}"/>
              </a:ext>
            </a:extLst>
          </p:cNvPr>
          <p:cNvSpPr txBox="1"/>
          <p:nvPr/>
        </p:nvSpPr>
        <p:spPr>
          <a:xfrm>
            <a:off x="895888" y="5251251"/>
            <a:ext cx="1718579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25" dirty="0">
                <a:solidFill>
                  <a:srgbClr val="FF9900"/>
                </a:solidFill>
                <a:latin typeface="+mj-lt"/>
              </a:rPr>
              <a:t>€35M fines are real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FCF26A-E20C-A2B3-F8DB-E73C0EB46B57}"/>
              </a:ext>
            </a:extLst>
          </p:cNvPr>
          <p:cNvSpPr txBox="1"/>
          <p:nvPr/>
        </p:nvSpPr>
        <p:spPr>
          <a:xfrm>
            <a:off x="6821927" y="3262587"/>
            <a:ext cx="2017016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25" dirty="0">
                <a:solidFill>
                  <a:srgbClr val="FF0000"/>
                </a:solidFill>
                <a:latin typeface="+mj-lt"/>
              </a:rPr>
              <a:t>Bias lawsuits = $Millions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41EB7B-A594-4A65-B922-B5A60D554F5F}"/>
              </a:ext>
            </a:extLst>
          </p:cNvPr>
          <p:cNvSpPr txBox="1"/>
          <p:nvPr/>
        </p:nvSpPr>
        <p:spPr>
          <a:xfrm>
            <a:off x="6971144" y="5257146"/>
            <a:ext cx="1718579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25" dirty="0">
                <a:solidFill>
                  <a:srgbClr val="7030A0"/>
                </a:solidFill>
                <a:latin typeface="+mj-lt"/>
              </a:rPr>
              <a:t>Kills products overnight</a:t>
            </a:r>
          </a:p>
        </p:txBody>
      </p:sp>
      <p:pic>
        <p:nvPicPr>
          <p:cNvPr id="17" name="Picture 16" descr="A graph of growth with a red arrow&#10;&#10;AI-generated content may be incorrect.">
            <a:extLst>
              <a:ext uri="{FF2B5EF4-FFF2-40B4-BE49-F238E27FC236}">
                <a16:creationId xmlns:a16="http://schemas.microsoft.com/office/drawing/2014/main" id="{CBC4383A-4A60-882C-BB26-9B6219EBA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14" y="2431502"/>
            <a:ext cx="901251" cy="901251"/>
          </a:xfrm>
          <a:prstGeom prst="rect">
            <a:avLst/>
          </a:prstGeom>
        </p:spPr>
      </p:pic>
      <p:pic>
        <p:nvPicPr>
          <p:cNvPr id="19" name="Picture 1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8EB01DD-ED02-3639-F9DF-1B32AD289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812" y="2970864"/>
            <a:ext cx="1444322" cy="1444322"/>
          </a:xfrm>
          <a:prstGeom prst="rect">
            <a:avLst/>
          </a:prstGeom>
        </p:spPr>
      </p:pic>
      <p:pic>
        <p:nvPicPr>
          <p:cNvPr id="21" name="Picture 2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09828C9-898D-8904-6796-13983FF4CC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0792" y="2491556"/>
            <a:ext cx="698685" cy="698685"/>
          </a:xfrm>
          <a:prstGeom prst="rect">
            <a:avLst/>
          </a:prstGeom>
        </p:spPr>
      </p:pic>
      <p:pic>
        <p:nvPicPr>
          <p:cNvPr id="23" name="Picture 22" descr="A yellow triangle with a exclamation mark&#10;&#10;AI-generated content may be incorrect.">
            <a:extLst>
              <a:ext uri="{FF2B5EF4-FFF2-40B4-BE49-F238E27FC236}">
                <a16:creationId xmlns:a16="http://schemas.microsoft.com/office/drawing/2014/main" id="{A083453C-9A34-5222-33D3-9920FEA52D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334" y="4473157"/>
            <a:ext cx="891328" cy="754838"/>
          </a:xfrm>
          <a:prstGeom prst="rect">
            <a:avLst/>
          </a:prstGeom>
        </p:spPr>
      </p:pic>
      <p:pic>
        <p:nvPicPr>
          <p:cNvPr id="25" name="Picture 24" descr="A hand with a thumb down and a sad face&#10;&#10;AI-generated content may be incorrect.">
            <a:extLst>
              <a:ext uri="{FF2B5EF4-FFF2-40B4-BE49-F238E27FC236}">
                <a16:creationId xmlns:a16="http://schemas.microsoft.com/office/drawing/2014/main" id="{46823FBD-2872-D6A6-55A1-8016C628FD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1086" y="4532092"/>
            <a:ext cx="697592" cy="6975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A43D1B-1C88-34A4-4F2B-25684B2F1407}"/>
              </a:ext>
            </a:extLst>
          </p:cNvPr>
          <p:cNvSpPr txBox="1"/>
          <p:nvPr/>
        </p:nvSpPr>
        <p:spPr>
          <a:xfrm>
            <a:off x="6821926" y="4035192"/>
            <a:ext cx="2017016" cy="357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25" dirty="0">
                <a:solidFill>
                  <a:schemeClr val="bg2">
                    <a:lumMod val="10000"/>
                  </a:schemeClr>
                </a:solidFill>
              </a:rPr>
              <a:t>Reputation Damage</a:t>
            </a:r>
          </a:p>
        </p:txBody>
      </p:sp>
    </p:spTree>
    <p:extLst>
      <p:ext uri="{BB962C8B-B14F-4D97-AF65-F5344CB8AC3E}">
        <p14:creationId xmlns:p14="http://schemas.microsoft.com/office/powerpoint/2010/main" val="2805721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2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25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2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2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0"/>
                            </p:stCondLst>
                            <p:childTnLst>
                              <p:par>
                                <p:cTn id="57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  <p:bldP spid="2" grpId="0"/>
      <p:bldP spid="6" grpId="0"/>
      <p:bldP spid="8" grpId="0"/>
      <p:bldP spid="10" grpId="0"/>
      <p:bldP spid="12" grpId="0"/>
      <p:bldP spid="13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36" y="488545"/>
            <a:ext cx="18825064" cy="748969"/>
          </a:xfrm>
        </p:spPr>
        <p:txBody>
          <a:bodyPr>
            <a:noAutofit/>
          </a:bodyPr>
          <a:lstStyle/>
          <a:p>
            <a:r>
              <a:rPr lang="en-US" sz="3600" b="1" dirty="0"/>
              <a:t>Ethics In Ghana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C51BE-8103-E2C0-E6B8-4FA01E93E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1782" y="2768411"/>
            <a:ext cx="903425" cy="1650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Anonymization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CE1251C-CB1C-421B-953F-C007B57BC599}"/>
              </a:ext>
            </a:extLst>
          </p:cNvPr>
          <p:cNvSpPr txBox="1">
            <a:spLocks/>
          </p:cNvSpPr>
          <p:nvPr/>
        </p:nvSpPr>
        <p:spPr>
          <a:xfrm>
            <a:off x="285450" y="3864424"/>
            <a:ext cx="903425" cy="23160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Consent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D79686-5C41-A200-440E-66A7416BA8F8}"/>
              </a:ext>
            </a:extLst>
          </p:cNvPr>
          <p:cNvSpPr txBox="1">
            <a:spLocks/>
          </p:cNvSpPr>
          <p:nvPr/>
        </p:nvSpPr>
        <p:spPr>
          <a:xfrm>
            <a:off x="1486877" y="5275885"/>
            <a:ext cx="903425" cy="23160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Transparency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9C65ACF-1BDD-0124-DD78-1DFB3DA9C04E}"/>
              </a:ext>
            </a:extLst>
          </p:cNvPr>
          <p:cNvSpPr txBox="1">
            <a:spLocks/>
          </p:cNvSpPr>
          <p:nvPr/>
        </p:nvSpPr>
        <p:spPr>
          <a:xfrm>
            <a:off x="2887916" y="3864424"/>
            <a:ext cx="903425" cy="23160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Representation</a:t>
            </a: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C710E41-C218-FCCD-C024-AFF353F7B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820" y="3293837"/>
            <a:ext cx="839160" cy="7260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A8A491-B455-F396-9C83-6BAADCD19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878" y="2045029"/>
            <a:ext cx="748969" cy="7489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D6DB3E-437A-47D8-6F71-C2533CB4E4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556" y="3272744"/>
            <a:ext cx="748969" cy="6652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FACC9A-EE0A-7222-EAC4-A11FE34F3A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7939" y="4610682"/>
            <a:ext cx="665204" cy="665204"/>
          </a:xfrm>
          <a:prstGeom prst="rect">
            <a:avLst/>
          </a:prstGeom>
        </p:spPr>
      </p:pic>
      <p:pic>
        <p:nvPicPr>
          <p:cNvPr id="2050" name="Picture 2" descr="Crowd of users ">
            <a:extLst>
              <a:ext uri="{FF2B5EF4-FFF2-40B4-BE49-F238E27FC236}">
                <a16:creationId xmlns:a16="http://schemas.microsoft.com/office/drawing/2014/main" id="{47D737C6-FFB2-1ACE-32C0-65CC0D65C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500" y="3231258"/>
            <a:ext cx="748970" cy="748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E9A7ACE-B8F8-FF9B-DE0B-6F68330FE3BD}"/>
              </a:ext>
            </a:extLst>
          </p:cNvPr>
          <p:cNvSpPr txBox="1"/>
          <p:nvPr/>
        </p:nvSpPr>
        <p:spPr>
          <a:xfrm>
            <a:off x="5752323" y="2371162"/>
            <a:ext cx="3091232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75" b="1" dirty="0">
                <a:solidFill>
                  <a:schemeClr val="bg2">
                    <a:lumMod val="10000"/>
                  </a:schemeClr>
                </a:solidFill>
              </a:rPr>
              <a:t>Why People Ignore This?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E64469-03E3-41CA-1067-E880F561B5F3}"/>
              </a:ext>
            </a:extLst>
          </p:cNvPr>
          <p:cNvSpPr txBox="1"/>
          <p:nvPr/>
        </p:nvSpPr>
        <p:spPr>
          <a:xfrm>
            <a:off x="6123214" y="2928802"/>
            <a:ext cx="3020786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Pressure to ship fast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E6B1E3-3469-972E-4344-43981CE459C2}"/>
              </a:ext>
            </a:extLst>
          </p:cNvPr>
          <p:cNvSpPr txBox="1"/>
          <p:nvPr/>
        </p:nvSpPr>
        <p:spPr>
          <a:xfrm>
            <a:off x="6123214" y="3636192"/>
            <a:ext cx="3020786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ROI over responsibility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9FB110-7D4B-D7D9-557A-B775A1279EF0}"/>
              </a:ext>
            </a:extLst>
          </p:cNvPr>
          <p:cNvSpPr txBox="1"/>
          <p:nvPr/>
        </p:nvSpPr>
        <p:spPr>
          <a:xfrm>
            <a:off x="6181591" y="4279637"/>
            <a:ext cx="3020786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Don't know how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B5B4267-C668-EDB5-A520-7A6B579AFD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0646" y="2833314"/>
            <a:ext cx="493151" cy="49315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1BC4002-3964-29D8-A6A8-0CCF979373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5158" y="4200508"/>
            <a:ext cx="665204" cy="66520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6A16A6F-9556-3EDA-7D86-CCA4ED2030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0816" y="3525980"/>
            <a:ext cx="493887" cy="49388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7CD1111-0436-AEF2-D70A-78FDDF4AF7FB}"/>
              </a:ext>
            </a:extLst>
          </p:cNvPr>
          <p:cNvCxnSpPr>
            <a:cxnSpLocks/>
          </p:cNvCxnSpPr>
          <p:nvPr/>
        </p:nvCxnSpPr>
        <p:spPr>
          <a:xfrm flipH="1">
            <a:off x="1831615" y="2933471"/>
            <a:ext cx="95" cy="360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73C77C8-2FAE-233D-DF8C-B294FB851F3E}"/>
              </a:ext>
            </a:extLst>
          </p:cNvPr>
          <p:cNvCxnSpPr>
            <a:cxnSpLocks/>
          </p:cNvCxnSpPr>
          <p:nvPr/>
        </p:nvCxnSpPr>
        <p:spPr>
          <a:xfrm flipV="1">
            <a:off x="1808346" y="4096032"/>
            <a:ext cx="0" cy="454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AB1A0D-9BC0-12BE-DCD7-EBA3669807F2}"/>
              </a:ext>
            </a:extLst>
          </p:cNvPr>
          <p:cNvCxnSpPr>
            <a:cxnSpLocks/>
          </p:cNvCxnSpPr>
          <p:nvPr/>
        </p:nvCxnSpPr>
        <p:spPr>
          <a:xfrm flipH="1">
            <a:off x="2235847" y="3656852"/>
            <a:ext cx="6520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FD280B2-536D-6BE3-7F7A-2FE76DEC28FE}"/>
              </a:ext>
            </a:extLst>
          </p:cNvPr>
          <p:cNvCxnSpPr>
            <a:cxnSpLocks/>
          </p:cNvCxnSpPr>
          <p:nvPr/>
        </p:nvCxnSpPr>
        <p:spPr>
          <a:xfrm>
            <a:off x="1009226" y="3640598"/>
            <a:ext cx="5569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818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7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25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8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25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25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75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  <p:bldP spid="6" grpId="0"/>
      <p:bldP spid="7" grpId="0"/>
      <p:bldP spid="8" grpId="0"/>
      <p:bldP spid="18" grpId="0"/>
      <p:bldP spid="20" grpId="0"/>
      <p:bldP spid="22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EXPLAINABLE AI (XAI)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C51BE-8103-E2C0-E6B8-4FA01E93E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65829"/>
            <a:ext cx="2831242" cy="3299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THE BLACK BOX PROBLEM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1DE31D-2E0D-CB2F-DB00-25DF2560A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784" y="3076494"/>
            <a:ext cx="1366319" cy="1366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7A0D40-5776-743E-EA3C-6EB7FE673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22428">
            <a:off x="2824352" y="2858365"/>
            <a:ext cx="675433" cy="6754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AF197D-5994-99B4-E83D-9BC7BB881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4613099">
            <a:off x="336122" y="4245958"/>
            <a:ext cx="689729" cy="689729"/>
          </a:xfrm>
          <a:prstGeom prst="rect">
            <a:avLst/>
          </a:prstGeom>
        </p:spPr>
      </p:pic>
      <p:pic>
        <p:nvPicPr>
          <p:cNvPr id="10" name="Picture 9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1444AF6-E416-3A84-A349-34ED0C2DB3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841172" y="4517364"/>
            <a:ext cx="163837" cy="163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A01AAC-4AAB-97B1-3DC7-A6EB47E3C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2841172" y="4782912"/>
            <a:ext cx="163837" cy="1638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059380-4DAC-C0E7-BD83-E76BDBBA22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2841172" y="5023284"/>
            <a:ext cx="163837" cy="16383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A70914-5E8C-809F-7397-F96EBF3FCE1E}"/>
              </a:ext>
            </a:extLst>
          </p:cNvPr>
          <p:cNvSpPr txBox="1"/>
          <p:nvPr/>
        </p:nvSpPr>
        <p:spPr>
          <a:xfrm>
            <a:off x="3074176" y="4455057"/>
            <a:ext cx="145712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Users don't trust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266C5F-B205-63B6-A6BB-A5480EF34D8E}"/>
              </a:ext>
            </a:extLst>
          </p:cNvPr>
          <p:cNvSpPr txBox="1"/>
          <p:nvPr/>
        </p:nvSpPr>
        <p:spPr>
          <a:xfrm>
            <a:off x="3074176" y="4721679"/>
            <a:ext cx="176067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Legal won't approve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DCB5E4-C2AD-FA7E-C068-DCAC6DB0C2CB}"/>
              </a:ext>
            </a:extLst>
          </p:cNvPr>
          <p:cNvSpPr txBox="1"/>
          <p:nvPr/>
        </p:nvSpPr>
        <p:spPr>
          <a:xfrm>
            <a:off x="3074176" y="4962790"/>
            <a:ext cx="192677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Can't debug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6D9E70-3312-D5ED-3355-C1AADA057C4A}"/>
              </a:ext>
            </a:extLst>
          </p:cNvPr>
          <p:cNvSpPr txBox="1"/>
          <p:nvPr/>
        </p:nvSpPr>
        <p:spPr>
          <a:xfrm>
            <a:off x="6548089" y="2212861"/>
            <a:ext cx="1913906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75" b="1" dirty="0">
                <a:solidFill>
                  <a:schemeClr val="bg2">
                    <a:lumMod val="10000"/>
                  </a:schemeClr>
                </a:solidFill>
              </a:rPr>
              <a:t>XAI Solution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1F42645-D246-BF1A-5305-8856BE2F06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0830" y="2629239"/>
            <a:ext cx="917158" cy="481652"/>
          </a:xfrm>
          <a:prstGeom prst="rect">
            <a:avLst/>
          </a:prstGeom>
        </p:spPr>
      </p:pic>
      <p:pic>
        <p:nvPicPr>
          <p:cNvPr id="27" name="Picture 2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415205D-496D-3BA0-C00B-AD7238DC61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2253" y="2526037"/>
            <a:ext cx="695423" cy="64323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1A0850F-4E05-C2FD-B91C-C82CE12AC5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4029" y="2310207"/>
            <a:ext cx="1118793" cy="1118793"/>
          </a:xfrm>
          <a:prstGeom prst="rect">
            <a:avLst/>
          </a:prstGeom>
        </p:spPr>
      </p:pic>
      <p:sp>
        <p:nvSpPr>
          <p:cNvPr id="30" name="Rectangle 1">
            <a:extLst>
              <a:ext uri="{FF2B5EF4-FFF2-40B4-BE49-F238E27FC236}">
                <a16:creationId xmlns:a16="http://schemas.microsoft.com/office/drawing/2014/main" id="{2B376252-89E6-494A-C484-BBF50A6A4C5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218416" y="3752865"/>
            <a:ext cx="1459422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25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Natural language explanations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D39BD4-AFEA-46C7-73FD-0594AFBF48EE}"/>
              </a:ext>
            </a:extLst>
          </p:cNvPr>
          <p:cNvSpPr txBox="1"/>
          <p:nvPr/>
        </p:nvSpPr>
        <p:spPr>
          <a:xfrm>
            <a:off x="8042252" y="3699964"/>
            <a:ext cx="1284333" cy="611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25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Debug model behavior</a:t>
            </a:r>
            <a:br>
              <a:rPr lang="en-US" altLang="en-US" sz="1125" dirty="0">
                <a:solidFill>
                  <a:schemeClr val="bg2">
                    <a:lumMod val="10000"/>
                  </a:schemeClr>
                </a:solidFill>
                <a:latin typeface="+mj-lt"/>
              </a:rPr>
            </a:br>
            <a:endParaRPr lang="en-US" altLang="en-US" sz="1125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FBF9D9-31C1-507B-EB74-5D8A99B836B0}"/>
              </a:ext>
            </a:extLst>
          </p:cNvPr>
          <p:cNvSpPr txBox="1"/>
          <p:nvPr/>
        </p:nvSpPr>
        <p:spPr>
          <a:xfrm>
            <a:off x="6594872" y="3740114"/>
            <a:ext cx="1576862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125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Audit trails for compliance </a:t>
            </a:r>
            <a:endParaRPr lang="en-US" sz="1125" dirty="0">
              <a:latin typeface="+mj-lt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81D33CD-1BD1-3596-84A3-F679E4CC8C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1734" y="4374051"/>
            <a:ext cx="543182" cy="54318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B8892D3-D98A-88ED-C582-C8AA936C7B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0791" y="4342505"/>
            <a:ext cx="767981" cy="76798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C0A69AC-09B4-3A3B-847F-70092C300D4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6913" y="4442813"/>
            <a:ext cx="604034" cy="60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158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75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25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5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750"/>
                            </p:stCondLst>
                            <p:childTnLst>
                              <p:par>
                                <p:cTn id="46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100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2250"/>
                            </p:stCondLst>
                            <p:childTnLst>
                              <p:par>
                                <p:cTn id="56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3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6000"/>
                            </p:stCondLst>
                            <p:childTnLst>
                              <p:par>
                                <p:cTn id="7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7000"/>
                            </p:stCondLst>
                            <p:childTnLst>
                              <p:par>
                                <p:cTn id="7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8000"/>
                            </p:stCondLst>
                            <p:childTnLst>
                              <p:par>
                                <p:cTn id="8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9000"/>
                            </p:stCondLst>
                            <p:childTnLst>
                              <p:par>
                                <p:cTn id="8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0"/>
                            </p:stCondLst>
                            <p:childTnLst>
                              <p:par>
                                <p:cTn id="9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10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20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30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  <p:bldP spid="17" grpId="0"/>
      <p:bldP spid="19" grpId="0"/>
      <p:bldP spid="21" grpId="0"/>
      <p:bldP spid="23" grpId="0"/>
      <p:bldP spid="30" grpId="0"/>
      <p:bldP spid="32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61604"/>
            <a:ext cx="7645921" cy="775637"/>
          </a:xfrm>
        </p:spPr>
        <p:txBody>
          <a:bodyPr>
            <a:noAutofit/>
          </a:bodyPr>
          <a:lstStyle/>
          <a:p>
            <a:r>
              <a:rPr lang="en-US" sz="3450" b="1" dirty="0"/>
              <a:t>Regulatory Frameworks + Accountability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C51BE-8103-E2C0-E6B8-4FA01E93E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179" y="2762599"/>
            <a:ext cx="1368592" cy="3948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25" dirty="0">
                <a:solidFill>
                  <a:schemeClr val="bg2">
                    <a:lumMod val="10000"/>
                  </a:schemeClr>
                </a:solidFill>
              </a:rPr>
              <a:t>EU AI Act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D6FAED0-B2B7-646F-041A-7AC0BCEBB5A3}"/>
              </a:ext>
            </a:extLst>
          </p:cNvPr>
          <p:cNvSpPr txBox="1">
            <a:spLocks/>
          </p:cNvSpPr>
          <p:nvPr/>
        </p:nvSpPr>
        <p:spPr>
          <a:xfrm>
            <a:off x="283225" y="2969351"/>
            <a:ext cx="1368592" cy="39485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5" dirty="0">
                <a:solidFill>
                  <a:schemeClr val="bg2">
                    <a:lumMod val="10000"/>
                  </a:schemeClr>
                </a:solidFill>
              </a:rPr>
              <a:t>€35M penalty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59CBE-2FEA-1CF8-1E0A-BD0B9DB9F2B7}"/>
              </a:ext>
            </a:extLst>
          </p:cNvPr>
          <p:cNvSpPr txBox="1"/>
          <p:nvPr/>
        </p:nvSpPr>
        <p:spPr>
          <a:xfrm>
            <a:off x="196216" y="3170687"/>
            <a:ext cx="160320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Risk classification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735804-2F5D-31CB-DC8B-4F78B611640B}"/>
              </a:ext>
            </a:extLst>
          </p:cNvPr>
          <p:cNvSpPr txBox="1"/>
          <p:nvPr/>
        </p:nvSpPr>
        <p:spPr>
          <a:xfrm>
            <a:off x="2192120" y="2962591"/>
            <a:ext cx="1248276" cy="311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25" dirty="0">
                <a:solidFill>
                  <a:schemeClr val="bg2">
                    <a:lumMod val="10000"/>
                  </a:schemeClr>
                </a:solidFill>
              </a:rPr>
              <a:t>AI Principles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D9528B-5ABE-0D89-A463-8B21A70E29FD}"/>
              </a:ext>
            </a:extLst>
          </p:cNvPr>
          <p:cNvSpPr txBox="1"/>
          <p:nvPr/>
        </p:nvSpPr>
        <p:spPr>
          <a:xfrm>
            <a:off x="2129060" y="3150800"/>
            <a:ext cx="1225931" cy="311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25" dirty="0">
                <a:solidFill>
                  <a:schemeClr val="bg2">
                    <a:lumMod val="10000"/>
                  </a:schemeClr>
                </a:solidFill>
              </a:rPr>
              <a:t>Transparency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BCE3B7-84E6-642D-504C-5BE0E99A7E34}"/>
              </a:ext>
            </a:extLst>
          </p:cNvPr>
          <p:cNvSpPr txBox="1"/>
          <p:nvPr/>
        </p:nvSpPr>
        <p:spPr>
          <a:xfrm>
            <a:off x="2093582" y="2768154"/>
            <a:ext cx="1261409" cy="311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25" dirty="0">
                <a:solidFill>
                  <a:schemeClr val="bg2">
                    <a:lumMod val="10000"/>
                  </a:schemeClr>
                </a:solidFill>
              </a:rPr>
              <a:t>Accountability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0D6D5D-AACE-410D-3AB1-CD93E37606DF}"/>
              </a:ext>
            </a:extLst>
          </p:cNvPr>
          <p:cNvSpPr txBox="1"/>
          <p:nvPr/>
        </p:nvSpPr>
        <p:spPr>
          <a:xfrm>
            <a:off x="4140492" y="2769755"/>
            <a:ext cx="1548703" cy="311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25" dirty="0">
                <a:solidFill>
                  <a:schemeClr val="bg2">
                    <a:lumMod val="10000"/>
                  </a:schemeClr>
                </a:solidFill>
              </a:rPr>
              <a:t>Ethics Guidelines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F9D3E1-22FD-0024-A1E9-734F4E7E23E0}"/>
              </a:ext>
            </a:extLst>
          </p:cNvPr>
          <p:cNvSpPr txBox="1"/>
          <p:nvPr/>
        </p:nvSpPr>
        <p:spPr>
          <a:xfrm>
            <a:off x="4195393" y="2957003"/>
            <a:ext cx="1255259" cy="311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25" dirty="0">
                <a:solidFill>
                  <a:schemeClr val="bg2">
                    <a:lumMod val="10000"/>
                  </a:schemeClr>
                </a:solidFill>
              </a:rPr>
              <a:t>Human Rights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DDC9A6-B2F9-04FB-2032-25C9C10F7D02}"/>
              </a:ext>
            </a:extLst>
          </p:cNvPr>
          <p:cNvSpPr txBox="1"/>
          <p:nvPr/>
        </p:nvSpPr>
        <p:spPr>
          <a:xfrm>
            <a:off x="3991826" y="3157456"/>
            <a:ext cx="1697370" cy="311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25" dirty="0">
                <a:solidFill>
                  <a:schemeClr val="bg2">
                    <a:lumMod val="10000"/>
                  </a:schemeClr>
                </a:solidFill>
              </a:rPr>
              <a:t>Impact Assessment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6761C09-BAEA-4655-26A7-797D9CBCC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9" y="2032857"/>
            <a:ext cx="744485" cy="74448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15E849B-51BC-B31C-FF13-B690A5100DD1}"/>
              </a:ext>
            </a:extLst>
          </p:cNvPr>
          <p:cNvSpPr txBox="1"/>
          <p:nvPr/>
        </p:nvSpPr>
        <p:spPr>
          <a:xfrm>
            <a:off x="3976400" y="4054404"/>
            <a:ext cx="88080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bg2">
                    <a:lumMod val="10000"/>
                  </a:schemeClr>
                </a:solidFill>
              </a:rPr>
              <a:t>Context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211D9A-3D8B-0132-42AA-727ED8532AFF}"/>
              </a:ext>
            </a:extLst>
          </p:cNvPr>
          <p:cNvSpPr txBox="1"/>
          <p:nvPr/>
        </p:nvSpPr>
        <p:spPr>
          <a:xfrm>
            <a:off x="498585" y="4547890"/>
            <a:ext cx="246387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 Data Protection Act 2012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C6307F-FF45-DCCF-2087-9E79B301AE7C}"/>
              </a:ext>
            </a:extLst>
          </p:cNvPr>
          <p:cNvSpPr txBox="1"/>
          <p:nvPr/>
        </p:nvSpPr>
        <p:spPr>
          <a:xfrm>
            <a:off x="498585" y="4904655"/>
            <a:ext cx="22847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 No AI-specific regulation yet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878E8B-9243-7B01-A145-530751EDC184}"/>
              </a:ext>
            </a:extLst>
          </p:cNvPr>
          <p:cNvSpPr txBox="1"/>
          <p:nvPr/>
        </p:nvSpPr>
        <p:spPr>
          <a:xfrm>
            <a:off x="498585" y="5266536"/>
            <a:ext cx="2799826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 Adopt frameworks proactively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308C23-E361-8829-8143-EE420512957B}"/>
              </a:ext>
            </a:extLst>
          </p:cNvPr>
          <p:cNvSpPr txBox="1"/>
          <p:nvPr/>
        </p:nvSpPr>
        <p:spPr>
          <a:xfrm>
            <a:off x="5310161" y="4501676"/>
            <a:ext cx="149169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WHO ENFORCES?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21C34C-A672-03A2-E48E-AF7D97CFC68B}"/>
              </a:ext>
            </a:extLst>
          </p:cNvPr>
          <p:cNvSpPr txBox="1"/>
          <p:nvPr/>
        </p:nvSpPr>
        <p:spPr>
          <a:xfrm>
            <a:off x="5312590" y="4870020"/>
            <a:ext cx="344428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PENALTIES?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A1A1CD-AF4B-5B08-9B21-AB404BF8D09D}"/>
              </a:ext>
            </a:extLst>
          </p:cNvPr>
          <p:cNvSpPr txBox="1"/>
          <p:nvPr/>
        </p:nvSpPr>
        <p:spPr>
          <a:xfrm>
            <a:off x="5336622" y="5229622"/>
            <a:ext cx="3396219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REPORT? 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AE78D3B-FCA0-3E5F-DA8F-93BFBDE07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8411" y="3918118"/>
            <a:ext cx="644997" cy="5726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78EDB3-7CE8-FF19-B1E2-A7A138532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8353" y="1665137"/>
            <a:ext cx="1607344" cy="16073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CF40AF-378C-19E7-A98C-280C899837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6142" y="2101729"/>
            <a:ext cx="948739" cy="7006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EFF9D64-DBD7-484E-655E-45F72006A1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117" y="4560960"/>
            <a:ext cx="221296" cy="22129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8C245C9-30F5-6B56-458E-53311FB748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010" y="4949684"/>
            <a:ext cx="161016" cy="1610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89C06F2-6BF1-EB2B-18DC-718EF67794A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206479" y="5266536"/>
            <a:ext cx="260970" cy="26097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572F85D-E441-A840-BC5B-619D9024C738}"/>
              </a:ext>
            </a:extLst>
          </p:cNvPr>
          <p:cNvSpPr txBox="1"/>
          <p:nvPr/>
        </p:nvSpPr>
        <p:spPr>
          <a:xfrm>
            <a:off x="6709528" y="4510991"/>
            <a:ext cx="221117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Data Protection Commission</a:t>
            </a:r>
            <a:endParaRPr lang="en-US" sz="13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F03DDE-6F54-B9FD-53CC-172A3D555D05}"/>
              </a:ext>
            </a:extLst>
          </p:cNvPr>
          <p:cNvSpPr txBox="1"/>
          <p:nvPr/>
        </p:nvSpPr>
        <p:spPr>
          <a:xfrm>
            <a:off x="6709528" y="4853476"/>
            <a:ext cx="216746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Fines + imprisonment</a:t>
            </a:r>
            <a:endParaRPr lang="en-US" sz="135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A81C2B-7FD4-6902-39D6-3D2E1DCDCD15}"/>
              </a:ext>
            </a:extLst>
          </p:cNvPr>
          <p:cNvSpPr txBox="1"/>
          <p:nvPr/>
        </p:nvSpPr>
        <p:spPr>
          <a:xfrm>
            <a:off x="6709528" y="5201406"/>
            <a:ext cx="238504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dataprotection.org.gh</a:t>
            </a:r>
            <a:endParaRPr lang="en-US" sz="13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1678F1-5A36-7512-4476-9C0C986884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4084" y="2042734"/>
            <a:ext cx="775637" cy="775637"/>
          </a:xfrm>
          <a:prstGeom prst="rect">
            <a:avLst/>
          </a:prstGeom>
        </p:spPr>
      </p:pic>
      <p:pic>
        <p:nvPicPr>
          <p:cNvPr id="17" name="Picture 16" descr="A black and white logo&#10;&#10;AI-generated content may be incorrect.">
            <a:extLst>
              <a:ext uri="{FF2B5EF4-FFF2-40B4-BE49-F238E27FC236}">
                <a16:creationId xmlns:a16="http://schemas.microsoft.com/office/drawing/2014/main" id="{DEB079F1-9F41-92A8-C8AA-31CBAE2E6C1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19748" y="2101728"/>
            <a:ext cx="1000955" cy="64307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90423F4-7C1C-BFF6-760A-8259DDC8082E}"/>
              </a:ext>
            </a:extLst>
          </p:cNvPr>
          <p:cNvSpPr txBox="1"/>
          <p:nvPr/>
        </p:nvSpPr>
        <p:spPr>
          <a:xfrm>
            <a:off x="6183087" y="2802934"/>
            <a:ext cx="115620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Humane Tech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AE30F1-44E1-3550-6270-261CB27679CD}"/>
              </a:ext>
            </a:extLst>
          </p:cNvPr>
          <p:cNvSpPr txBox="1"/>
          <p:nvPr/>
        </p:nvSpPr>
        <p:spPr>
          <a:xfrm>
            <a:off x="6009844" y="2958834"/>
            <a:ext cx="158479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Human Wellbeing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A7605A-9D83-8030-44DA-70B5378271D2}"/>
              </a:ext>
            </a:extLst>
          </p:cNvPr>
          <p:cNvSpPr txBox="1"/>
          <p:nvPr/>
        </p:nvSpPr>
        <p:spPr>
          <a:xfrm>
            <a:off x="5963460" y="3149022"/>
            <a:ext cx="15539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Attention Economy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297746E-4F3A-2999-756E-51A83C99F3E4}"/>
              </a:ext>
            </a:extLst>
          </p:cNvPr>
          <p:cNvSpPr txBox="1"/>
          <p:nvPr/>
        </p:nvSpPr>
        <p:spPr>
          <a:xfrm>
            <a:off x="7981851" y="2785314"/>
            <a:ext cx="100095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AI Alliance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09217E-CC33-53CF-1DCE-51BDF4FBCF27}"/>
              </a:ext>
            </a:extLst>
          </p:cNvPr>
          <p:cNvSpPr txBox="1"/>
          <p:nvPr/>
        </p:nvSpPr>
        <p:spPr>
          <a:xfrm>
            <a:off x="7752830" y="2948037"/>
            <a:ext cx="1404036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Open Innovation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A1A010-28EC-2A2E-322A-B74A7BA1395C}"/>
              </a:ext>
            </a:extLst>
          </p:cNvPr>
          <p:cNvSpPr txBox="1"/>
          <p:nvPr/>
        </p:nvSpPr>
        <p:spPr>
          <a:xfrm>
            <a:off x="7594639" y="3147193"/>
            <a:ext cx="165117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Safe AI Development</a:t>
            </a:r>
          </a:p>
        </p:txBody>
      </p:sp>
    </p:spTree>
    <p:extLst>
      <p:ext uri="{BB962C8B-B14F-4D97-AF65-F5344CB8AC3E}">
        <p14:creationId xmlns:p14="http://schemas.microsoft.com/office/powerpoint/2010/main" val="2020860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75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17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75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325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4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75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75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75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000"/>
                            </p:stCondLst>
                            <p:childTnLst>
                              <p:par>
                                <p:cTn id="106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1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750"/>
                            </p:stCondLst>
                            <p:childTnLst>
                              <p:par>
                                <p:cTn id="116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4500"/>
                            </p:stCondLst>
                            <p:childTnLst>
                              <p:par>
                                <p:cTn id="121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250"/>
                            </p:stCondLst>
                            <p:childTnLst>
                              <p:par>
                                <p:cTn id="126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600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700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800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900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0000"/>
                            </p:stCondLst>
                            <p:childTnLst>
                              <p:par>
                                <p:cTn id="14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1000"/>
                            </p:stCondLst>
                            <p:childTnLst>
                              <p:par>
                                <p:cTn id="15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  <p:bldP spid="2" grpId="0"/>
      <p:bldP spid="6" grpId="0"/>
      <p:bldP spid="8" grpId="0"/>
      <p:bldP spid="10" grpId="0"/>
      <p:bldP spid="12" grpId="0"/>
      <p:bldP spid="14" grpId="0"/>
      <p:bldP spid="16" grpId="0"/>
      <p:bldP spid="18" grpId="0"/>
      <p:bldP spid="26" grpId="0"/>
      <p:bldP spid="28" grpId="0"/>
      <p:bldP spid="30" grpId="0"/>
      <p:bldP spid="32" grpId="0"/>
      <p:bldP spid="34" grpId="0"/>
      <p:bldP spid="36" grpId="0"/>
      <p:bldP spid="38" grpId="0"/>
      <p:bldP spid="31" grpId="0"/>
      <p:bldP spid="35" grpId="0"/>
      <p:bldP spid="39" grpId="0"/>
      <p:bldP spid="25" grpId="0"/>
      <p:bldP spid="29" grpId="0"/>
      <p:bldP spid="37" grpId="0"/>
      <p:bldP spid="42" grpId="0"/>
      <p:bldP spid="44" grpId="0"/>
      <p:bldP spid="4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50" b="1" dirty="0"/>
              <a:t>Operationalizing Ethics in Your Pipeline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914980-CDC2-5898-3305-24F4BEB27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421" y="2569350"/>
            <a:ext cx="796929" cy="796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01DA1B-49C1-1CB0-D4FA-7F4AB1BE5B5B}"/>
              </a:ext>
            </a:extLst>
          </p:cNvPr>
          <p:cNvSpPr txBox="1"/>
          <p:nvPr/>
        </p:nvSpPr>
        <p:spPr>
          <a:xfrm>
            <a:off x="2741905" y="3381472"/>
            <a:ext cx="108602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bg2">
                    <a:lumMod val="10000"/>
                  </a:schemeClr>
                </a:solidFill>
              </a:rPr>
              <a:t>Fairness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A92D44-9A97-B28E-CAA4-40455DBB4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6134" y="2630240"/>
            <a:ext cx="705520" cy="7055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A657671-7DBA-93DE-647E-2B3995FD0697}"/>
              </a:ext>
            </a:extLst>
          </p:cNvPr>
          <p:cNvSpPr txBox="1"/>
          <p:nvPr/>
        </p:nvSpPr>
        <p:spPr>
          <a:xfrm>
            <a:off x="4631429" y="3353562"/>
            <a:ext cx="124913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bg2">
                    <a:lumMod val="10000"/>
                  </a:schemeClr>
                </a:solidFill>
              </a:rPr>
              <a:t>Transparency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928190-050A-7ACD-F4FA-72D8D836E0D3}"/>
              </a:ext>
            </a:extLst>
          </p:cNvPr>
          <p:cNvSpPr txBox="1"/>
          <p:nvPr/>
        </p:nvSpPr>
        <p:spPr>
          <a:xfrm>
            <a:off x="361314" y="3383396"/>
            <a:ext cx="166702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bg2">
                    <a:lumMod val="10000"/>
                  </a:schemeClr>
                </a:solidFill>
              </a:rPr>
              <a:t>Human Oversight</a:t>
            </a:r>
          </a:p>
        </p:txBody>
      </p:sp>
      <p:pic>
        <p:nvPicPr>
          <p:cNvPr id="1028" name="Picture 4" descr="Project ">
            <a:extLst>
              <a:ext uri="{FF2B5EF4-FFF2-40B4-BE49-F238E27FC236}">
                <a16:creationId xmlns:a16="http://schemas.microsoft.com/office/drawing/2014/main" id="{D9BDBADC-01C5-A72B-6C0F-CF022666D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618999"/>
            <a:ext cx="705520" cy="70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2EE6283-A61D-9586-4175-8C01F9A9B8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389" y="4122234"/>
            <a:ext cx="818642" cy="8093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BCBCBC2-CFCC-D6BF-9003-E271DCD7C2A2}"/>
              </a:ext>
            </a:extLst>
          </p:cNvPr>
          <p:cNvSpPr txBox="1"/>
          <p:nvPr/>
        </p:nvSpPr>
        <p:spPr>
          <a:xfrm>
            <a:off x="1807748" y="4913171"/>
            <a:ext cx="72528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bg2">
                    <a:lumMod val="10000"/>
                  </a:schemeClr>
                </a:solidFill>
              </a:rPr>
              <a:t>Safety</a:t>
            </a:r>
          </a:p>
        </p:txBody>
      </p:sp>
      <p:pic>
        <p:nvPicPr>
          <p:cNvPr id="22" name="Picture 2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C7A02F9-CDA5-F338-90D1-B7DCEFDC52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2964" y="4216733"/>
            <a:ext cx="696438" cy="69643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A902277-13D0-18A0-3F9D-2AE8C9B8E7EE}"/>
              </a:ext>
            </a:extLst>
          </p:cNvPr>
          <p:cNvSpPr txBox="1"/>
          <p:nvPr/>
        </p:nvSpPr>
        <p:spPr>
          <a:xfrm>
            <a:off x="6242380" y="4912109"/>
            <a:ext cx="13298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bg2">
                    <a:lumMod val="10000"/>
                  </a:schemeClr>
                </a:solidFill>
              </a:rPr>
              <a:t>Accountability</a:t>
            </a:r>
          </a:p>
        </p:txBody>
      </p:sp>
      <p:pic>
        <p:nvPicPr>
          <p:cNvPr id="26" name="Picture 2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52565F1-128F-310B-60C5-E1370E3D0F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5437" y="2546960"/>
            <a:ext cx="896388" cy="92957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647DAA7-5140-0BAB-034F-C113E18F788A}"/>
              </a:ext>
            </a:extLst>
          </p:cNvPr>
          <p:cNvSpPr txBox="1"/>
          <p:nvPr/>
        </p:nvSpPr>
        <p:spPr>
          <a:xfrm>
            <a:off x="7063872" y="3353562"/>
            <a:ext cx="124913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bg2">
                    <a:lumMod val="10000"/>
                  </a:schemeClr>
                </a:solidFill>
              </a:rPr>
              <a:t>Privacy</a:t>
            </a:r>
          </a:p>
        </p:txBody>
      </p:sp>
      <p:pic>
        <p:nvPicPr>
          <p:cNvPr id="2" name="Picture 2" descr="Development ">
            <a:extLst>
              <a:ext uri="{FF2B5EF4-FFF2-40B4-BE49-F238E27FC236}">
                <a16:creationId xmlns:a16="http://schemas.microsoft.com/office/drawing/2014/main" id="{CCFE3784-9CE0-2622-0316-1A721044C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960" y="4567252"/>
            <a:ext cx="644939" cy="644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6D6374-312A-5F5A-5BC1-7D9006ADE8EA}"/>
              </a:ext>
            </a:extLst>
          </p:cNvPr>
          <p:cNvSpPr txBox="1"/>
          <p:nvPr/>
        </p:nvSpPr>
        <p:spPr>
          <a:xfrm>
            <a:off x="4308959" y="5262628"/>
            <a:ext cx="124913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bg2">
                    <a:lumMod val="10000"/>
                  </a:schemeClr>
                </a:solidFill>
              </a:rPr>
              <a:t>CI/CD</a:t>
            </a:r>
          </a:p>
        </p:txBody>
      </p:sp>
    </p:spTree>
    <p:extLst>
      <p:ext uri="{BB962C8B-B14F-4D97-AF65-F5344CB8AC3E}">
        <p14:creationId xmlns:p14="http://schemas.microsoft.com/office/powerpoint/2010/main" val="27567337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2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7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925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175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75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25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53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3" grpId="0"/>
      <p:bldP spid="16" grpId="0"/>
      <p:bldP spid="20" grpId="0"/>
      <p:bldP spid="24" grpId="0"/>
      <p:bldP spid="28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900" b="1" dirty="0"/>
              <a:t>TOOLS + CALL TO ACTION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834" y="2180146"/>
            <a:ext cx="1474928" cy="27315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425" noProof="1">
                <a:solidFill>
                  <a:schemeClr val="accent5">
                    <a:lumMod val="10000"/>
                  </a:schemeClr>
                </a:solidFill>
              </a:rPr>
              <a:t>Policy Obsevatory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0802A2-26C1-D9B7-58CD-E3EA63654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046" y="4646039"/>
            <a:ext cx="723043" cy="723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8FE01-B7F7-5A0D-280D-784F3F2E1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87" y="4573291"/>
            <a:ext cx="937809" cy="9789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BA17FF-74DB-F3B2-2F54-2E7B9A7CE6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7" y="3154034"/>
            <a:ext cx="663631" cy="423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34B371-4540-E233-CCD8-B1098FF246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35" y="1996634"/>
            <a:ext cx="728928" cy="6068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6D34E4-DE89-9CF4-90DA-598FB161CE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967" y="2603455"/>
            <a:ext cx="436162" cy="4361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E5B791-8797-DD71-A171-4325BEA8DE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1201207" y="4666829"/>
            <a:ext cx="702253" cy="70225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130ECA7-95BE-E4AF-9600-1E2A02C2DDE6}"/>
              </a:ext>
            </a:extLst>
          </p:cNvPr>
          <p:cNvSpPr txBox="1"/>
          <p:nvPr/>
        </p:nvSpPr>
        <p:spPr>
          <a:xfrm>
            <a:off x="583183" y="4182003"/>
            <a:ext cx="1853456" cy="311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25" dirty="0">
                <a:solidFill>
                  <a:schemeClr val="bg2">
                    <a:lumMod val="10000"/>
                  </a:schemeClr>
                </a:solidFill>
              </a:rPr>
              <a:t>Open-source Toolkits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FDB748-A3DD-F390-6B4B-258F16F0DCB1}"/>
              </a:ext>
            </a:extLst>
          </p:cNvPr>
          <p:cNvSpPr txBox="1"/>
          <p:nvPr/>
        </p:nvSpPr>
        <p:spPr>
          <a:xfrm>
            <a:off x="856835" y="2664516"/>
            <a:ext cx="1323990" cy="311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25" dirty="0">
                <a:solidFill>
                  <a:schemeClr val="bg2">
                    <a:lumMod val="10000"/>
                  </a:schemeClr>
                </a:solidFill>
              </a:rPr>
              <a:t>ALTAI Checklist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ADB3BB-90D4-DFE0-9BD4-575C22CB3D1F}"/>
              </a:ext>
            </a:extLst>
          </p:cNvPr>
          <p:cNvSpPr txBox="1"/>
          <p:nvPr/>
        </p:nvSpPr>
        <p:spPr>
          <a:xfrm>
            <a:off x="841414" y="3186213"/>
            <a:ext cx="1853456" cy="311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25" dirty="0">
                <a:solidFill>
                  <a:schemeClr val="bg2">
                    <a:lumMod val="10000"/>
                  </a:schemeClr>
                </a:solidFill>
              </a:rPr>
              <a:t>Readiness Assessment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EFC1BD-3CDA-A268-1B3F-A554260B958B}"/>
              </a:ext>
            </a:extLst>
          </p:cNvPr>
          <p:cNvSpPr txBox="1"/>
          <p:nvPr/>
        </p:nvSpPr>
        <p:spPr>
          <a:xfrm>
            <a:off x="3998654" y="3282919"/>
            <a:ext cx="22983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Test on diverse Ghanaian data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D755AD-54FE-F337-7213-91DBCDC52E79}"/>
              </a:ext>
            </a:extLst>
          </p:cNvPr>
          <p:cNvSpPr txBox="1"/>
          <p:nvPr/>
        </p:nvSpPr>
        <p:spPr>
          <a:xfrm>
            <a:off x="4014584" y="3510796"/>
            <a:ext cx="260278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Implement explainability day one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BC7F06-C2D5-E9FE-3CFB-02C63BAAAF1B}"/>
              </a:ext>
            </a:extLst>
          </p:cNvPr>
          <p:cNvSpPr txBox="1"/>
          <p:nvPr/>
        </p:nvSpPr>
        <p:spPr>
          <a:xfrm>
            <a:off x="4012055" y="3726436"/>
            <a:ext cx="23607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2">
                    <a:lumMod val="10000"/>
                  </a:schemeClr>
                </a:solidFill>
              </a:rPr>
              <a:t>Follow privacy best practices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F19002-D37A-0FC9-05EE-E3B385F1E468}"/>
              </a:ext>
            </a:extLst>
          </p:cNvPr>
          <p:cNvSpPr txBox="1"/>
          <p:nvPr/>
        </p:nvSpPr>
        <p:spPr>
          <a:xfrm>
            <a:off x="3883640" y="3026376"/>
            <a:ext cx="250118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b="1" dirty="0">
                <a:solidFill>
                  <a:schemeClr val="bg2">
                    <a:lumMod val="10000"/>
                  </a:schemeClr>
                </a:solidFill>
              </a:rPr>
              <a:t>Build AI Ghanaians Can Trust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217C99B-6BC0-3F1F-DE92-7E06421723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4780" y="2973032"/>
            <a:ext cx="1099556" cy="109531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6960CC3-5D5F-A999-930B-456DFBED475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50364" y="3351139"/>
            <a:ext cx="145814" cy="1399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B77AA0-A338-0F9B-ED80-0A9E3DD75D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7835" y="3582268"/>
            <a:ext cx="145814" cy="1399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3839F6-EA00-9FE8-9384-383CC23503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7835" y="3800228"/>
            <a:ext cx="145814" cy="1399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1F82C51-09CD-394C-E504-EB38CDF2D6B4}"/>
              </a:ext>
            </a:extLst>
          </p:cNvPr>
          <p:cNvSpPr txBox="1"/>
          <p:nvPr/>
        </p:nvSpPr>
        <p:spPr>
          <a:xfrm>
            <a:off x="7835957" y="1996633"/>
            <a:ext cx="90241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b="1" dirty="0">
                <a:solidFill>
                  <a:schemeClr val="accent1"/>
                </a:solidFill>
              </a:rPr>
              <a:t>Resources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7617E1E-25D4-18AB-3AB8-D8CD7F980AD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611238" y="2196699"/>
            <a:ext cx="1323990" cy="132399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6DBC408-705C-F437-84D8-0F29A452056A}"/>
              </a:ext>
            </a:extLst>
          </p:cNvPr>
          <p:cNvSpPr txBox="1"/>
          <p:nvPr/>
        </p:nvSpPr>
        <p:spPr>
          <a:xfrm>
            <a:off x="8062101" y="4494059"/>
            <a:ext cx="937809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b="1" dirty="0">
                <a:solidFill>
                  <a:schemeClr val="accent1"/>
                </a:solidFill>
              </a:rPr>
              <a:t>Socials</a:t>
            </a:r>
          </a:p>
        </p:txBody>
      </p:sp>
      <p:pic>
        <p:nvPicPr>
          <p:cNvPr id="1026" name="Picture 2" descr="Twitter ">
            <a:extLst>
              <a:ext uri="{FF2B5EF4-FFF2-40B4-BE49-F238E27FC236}">
                <a16:creationId xmlns:a16="http://schemas.microsoft.com/office/drawing/2014/main" id="{4209944F-2F96-F8AE-352B-7268B8687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100" y="4771059"/>
            <a:ext cx="155005" cy="155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mmunication ">
            <a:extLst>
              <a:ext uri="{FF2B5EF4-FFF2-40B4-BE49-F238E27FC236}">
                <a16:creationId xmlns:a16="http://schemas.microsoft.com/office/drawing/2014/main" id="{319C0356-24E6-534C-E71C-8478C1502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601" y="4954762"/>
            <a:ext cx="216002" cy="216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inkedin ">
            <a:extLst>
              <a:ext uri="{FF2B5EF4-FFF2-40B4-BE49-F238E27FC236}">
                <a16:creationId xmlns:a16="http://schemas.microsoft.com/office/drawing/2014/main" id="{839744A0-37B1-4D97-0A31-4E79A5487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602" y="5165956"/>
            <a:ext cx="230071" cy="230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orld wide web ">
            <a:extLst>
              <a:ext uri="{FF2B5EF4-FFF2-40B4-BE49-F238E27FC236}">
                <a16:creationId xmlns:a16="http://schemas.microsoft.com/office/drawing/2014/main" id="{2296BA8B-92B3-9260-882D-E62ECB5B2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602" y="5408384"/>
            <a:ext cx="221763" cy="22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3B4110A-2A01-90F4-EEB3-4F40AF5F07FB}"/>
              </a:ext>
            </a:extLst>
          </p:cNvPr>
          <p:cNvSpPr txBox="1"/>
          <p:nvPr/>
        </p:nvSpPr>
        <p:spPr>
          <a:xfrm>
            <a:off x="7758603" y="4739296"/>
            <a:ext cx="1912709" cy="901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900" b="1" dirty="0">
                <a:solidFill>
                  <a:schemeClr val="bg2">
                    <a:lumMod val="10000"/>
                  </a:schemeClr>
                </a:solidFill>
              </a:rPr>
              <a:t>@yawoseii</a:t>
            </a:r>
            <a:br>
              <a:rPr lang="en-US" sz="900" b="1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900" b="1" dirty="0">
                <a:solidFill>
                  <a:schemeClr val="bg2">
                    <a:lumMod val="10000"/>
                  </a:schemeClr>
                </a:solidFill>
                <a:hlinkClick r:id="rId16"/>
              </a:rPr>
              <a:t>adjeiyawosei@gmail.com</a:t>
            </a:r>
            <a:br>
              <a:rPr lang="en-US" sz="900" b="1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900" b="1" dirty="0">
                <a:solidFill>
                  <a:schemeClr val="bg2">
                    <a:lumMod val="10000"/>
                  </a:schemeClr>
                </a:solidFill>
              </a:rPr>
              <a:t>Yaw Osei Adjei</a:t>
            </a:r>
            <a:br>
              <a:rPr lang="en-US" sz="900" b="1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900" b="1" dirty="0">
                <a:solidFill>
                  <a:schemeClr val="bg2">
                    <a:lumMod val="10000"/>
                  </a:schemeClr>
                </a:solidFill>
              </a:rPr>
              <a:t>www.yawosei.me</a:t>
            </a:r>
          </a:p>
        </p:txBody>
      </p:sp>
    </p:spTree>
    <p:extLst>
      <p:ext uri="{BB962C8B-B14F-4D97-AF65-F5344CB8AC3E}">
        <p14:creationId xmlns:p14="http://schemas.microsoft.com/office/powerpoint/2010/main" val="25447670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7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925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175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325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475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25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95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500"/>
                            </p:stCondLst>
                            <p:childTnLst>
                              <p:par>
                                <p:cTn id="106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650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  <p:bldP spid="17" grpId="0"/>
      <p:bldP spid="21" grpId="0"/>
      <p:bldP spid="23" grpId="0"/>
      <p:bldP spid="25" grpId="0"/>
      <p:bldP spid="27" grpId="0"/>
      <p:bldP spid="29" grpId="0"/>
      <p:bldP spid="31" grpId="0"/>
      <p:bldP spid="19" grpId="0"/>
      <p:bldP spid="24" grpId="0"/>
      <p:bldP spid="28" grpId="0"/>
    </p:bldLst>
  </p:timing>
</p:sld>
</file>

<file path=ppt/theme/theme1.xml><?xml version="1.0" encoding="utf-8"?>
<a:theme xmlns:a="http://schemas.openxmlformats.org/drawingml/2006/main" name="PresentationGO">
  <a:themeElements>
    <a:clrScheme name="PGO - Chrome">
      <a:dk1>
        <a:srgbClr val="959595"/>
      </a:dk1>
      <a:lt1>
        <a:srgbClr val="FFFFFF"/>
      </a:lt1>
      <a:dk2>
        <a:srgbClr val="959595"/>
      </a:dk2>
      <a:lt2>
        <a:srgbClr val="E7E6E6"/>
      </a:lt2>
      <a:accent1>
        <a:srgbClr val="4C8BF5"/>
      </a:accent1>
      <a:accent2>
        <a:srgbClr val="DD5144"/>
      </a:accent2>
      <a:accent3>
        <a:srgbClr val="FFCD46"/>
      </a:accent3>
      <a:accent4>
        <a:srgbClr val="1DA462"/>
      </a:accent4>
      <a:accent5>
        <a:srgbClr val="F1F1F2"/>
      </a:accent5>
      <a:accent6>
        <a:srgbClr val="959595"/>
      </a:accent6>
      <a:hlink>
        <a:srgbClr val="003DDD"/>
      </a:hlink>
      <a:folHlink>
        <a:srgbClr val="FEFFF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65_T_PGO_CHROME-16x9.pptx" id="{6C79EE00-EA6E-4438-A75E-21F74519F562}" vid="{FFD95EC2-1BA6-4412-BDB6-6D9F60C67BC3}"/>
    </a:ext>
  </a:extLst>
</a:theme>
</file>

<file path=ppt/theme/theme2.xml><?xml version="1.0" encoding="utf-8"?>
<a:theme xmlns:a="http://schemas.openxmlformats.org/drawingml/2006/main" name="Designed by PresentationG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65_T_PGO_CHROME-16x9.pptx" id="{6C79EE00-EA6E-4438-A75E-21F74519F562}" vid="{F2F00595-DDB6-4A70-BA5C-0E463B14234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0165_T_PGO_CHROME-16x9</Template>
  <TotalTime>3172</TotalTime>
  <Words>362</Words>
  <Application>Microsoft Office PowerPoint</Application>
  <PresentationFormat>On-screen Show (4:3)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Boing</vt:lpstr>
      <vt:lpstr>Calibri</vt:lpstr>
      <vt:lpstr>Calibri Light</vt:lpstr>
      <vt:lpstr>Open Sans</vt:lpstr>
      <vt:lpstr>PresentationGO</vt:lpstr>
      <vt:lpstr>Designed by PresentationGO</vt:lpstr>
      <vt:lpstr>Beyond Intelligence:  Building Trustworthy and Ethical AI Systems</vt:lpstr>
      <vt:lpstr>Quick Activity</vt:lpstr>
      <vt:lpstr>What to Expect Today</vt:lpstr>
      <vt:lpstr>What is an ethical AI?</vt:lpstr>
      <vt:lpstr>AI Today – The Gap</vt:lpstr>
      <vt:lpstr>Why Your AI Project Fails: Common Barriers</vt:lpstr>
      <vt:lpstr>Real Consequences</vt:lpstr>
      <vt:lpstr>Why Companies Should Care</vt:lpstr>
      <vt:lpstr>Ethics In Ghana Context</vt:lpstr>
      <vt:lpstr>EXPLAINABLE AI (XAI)</vt:lpstr>
      <vt:lpstr>Regulatory Frameworks + Accountability</vt:lpstr>
      <vt:lpstr>Operationalizing Ethics in Your Pipeline</vt:lpstr>
      <vt:lpstr>TOOLS + CALL TO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Yaw Osei ADJEI</dc:creator>
  <dc:description>© Copyright PresentationGo.com</dc:description>
  <cp:lastModifiedBy>Yaw Osei Adjei</cp:lastModifiedBy>
  <cp:revision>24</cp:revision>
  <dcterms:created xsi:type="dcterms:W3CDTF">2025-10-20T09:42:41Z</dcterms:created>
  <dcterms:modified xsi:type="dcterms:W3CDTF">2025-11-15T15:56:48Z</dcterms:modified>
  <cp:category>Templates</cp:category>
</cp:coreProperties>
</file>